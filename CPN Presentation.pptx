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3" r:id="rId4"/>
  </p:sldMasterIdLst>
  <p:notesMasterIdLst>
    <p:notesMasterId r:id="rId31"/>
  </p:notesMasterIdLst>
  <p:sldIdLst>
    <p:sldId id="257" r:id="rId5"/>
    <p:sldId id="256" r:id="rId6"/>
    <p:sldId id="268" r:id="rId7"/>
    <p:sldId id="262" r:id="rId8"/>
    <p:sldId id="264" r:id="rId9"/>
    <p:sldId id="263" r:id="rId10"/>
    <p:sldId id="270" r:id="rId11"/>
    <p:sldId id="279" r:id="rId12"/>
    <p:sldId id="280" r:id="rId13"/>
    <p:sldId id="281" r:id="rId14"/>
    <p:sldId id="282" r:id="rId15"/>
    <p:sldId id="283" r:id="rId16"/>
    <p:sldId id="284" r:id="rId17"/>
    <p:sldId id="285" r:id="rId18"/>
    <p:sldId id="286" r:id="rId19"/>
    <p:sldId id="287" r:id="rId20"/>
    <p:sldId id="288" r:id="rId21"/>
    <p:sldId id="289" r:id="rId22"/>
    <p:sldId id="265" r:id="rId23"/>
    <p:sldId id="267" r:id="rId24"/>
    <p:sldId id="266" r:id="rId25"/>
    <p:sldId id="269" r:id="rId26"/>
    <p:sldId id="294" r:id="rId27"/>
    <p:sldId id="292" r:id="rId28"/>
    <p:sldId id="291" r:id="rId29"/>
    <p:sldId id="293" r:id="rId30"/>
  </p:sldIdLst>
  <p:sldSz cx="9144000" cy="6858000" type="screen4x3"/>
  <p:notesSz cx="6858000" cy="9144000"/>
  <p:custDataLst>
    <p:tags r:id="rId3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1222B"/>
    <a:srgbClr val="00324F"/>
    <a:srgbClr val="2F528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52362" autoAdjust="0"/>
  </p:normalViewPr>
  <p:slideViewPr>
    <p:cSldViewPr snapToGrid="0">
      <p:cViewPr>
        <p:scale>
          <a:sx n="30" d="100"/>
          <a:sy n="30" d="100"/>
        </p:scale>
        <p:origin x="2320"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gs" Target="tags/tag1.xml"/><Relationship Id="rId37"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ra Connachan" userId="1e4496e0-76ee-43b2-bd47-a16f436499d6" providerId="ADAL" clId="{22C8C745-52C5-4BA1-AFE1-08A4E3FFD418}"/>
    <pc:docChg chg="modSld">
      <pc:chgData name="Cara Connachan" userId="1e4496e0-76ee-43b2-bd47-a16f436499d6" providerId="ADAL" clId="{22C8C745-52C5-4BA1-AFE1-08A4E3FFD418}" dt="2024-11-25T11:30:51.792" v="6" actId="403"/>
      <pc:docMkLst>
        <pc:docMk/>
      </pc:docMkLst>
      <pc:sldChg chg="modNotesTx">
        <pc:chgData name="Cara Connachan" userId="1e4496e0-76ee-43b2-bd47-a16f436499d6" providerId="ADAL" clId="{22C8C745-52C5-4BA1-AFE1-08A4E3FFD418}" dt="2024-11-25T11:30:47.718" v="5" actId="403"/>
        <pc:sldMkLst>
          <pc:docMk/>
          <pc:sldMk cId="2888896933" sldId="270"/>
        </pc:sldMkLst>
      </pc:sldChg>
      <pc:sldChg chg="modNotesTx">
        <pc:chgData name="Cara Connachan" userId="1e4496e0-76ee-43b2-bd47-a16f436499d6" providerId="ADAL" clId="{22C8C745-52C5-4BA1-AFE1-08A4E3FFD418}" dt="2024-11-25T11:30:51.792" v="6" actId="403"/>
        <pc:sldMkLst>
          <pc:docMk/>
          <pc:sldMk cId="2724681881" sldId="279"/>
        </pc:sldMkLst>
      </pc:sldChg>
    </pc:docChg>
  </pc:docChgLst>
  <pc:docChgLst>
    <pc:chgData name="Nick Cassidy" userId="04aadb54-5065-413d-a1dd-47b5f6cd7bb7" providerId="ADAL" clId="{F6397814-0D3F-4E89-AA39-889FBB9CAC4F}"/>
    <pc:docChg chg="custSel addSld delSld modSld sldOrd replTag">
      <pc:chgData name="Nick Cassidy" userId="04aadb54-5065-413d-a1dd-47b5f6cd7bb7" providerId="ADAL" clId="{F6397814-0D3F-4E89-AA39-889FBB9CAC4F}" dt="2024-11-19T15:44:13.721" v="3181" actId="20577"/>
      <pc:docMkLst>
        <pc:docMk/>
      </pc:docMkLst>
      <pc:sldChg chg="addSp delSp modSp mod modNotesTx">
        <pc:chgData name="Nick Cassidy" userId="04aadb54-5065-413d-a1dd-47b5f6cd7bb7" providerId="ADAL" clId="{F6397814-0D3F-4E89-AA39-889FBB9CAC4F}" dt="2024-11-19T10:56:57.565" v="2193" actId="20577"/>
        <pc:sldMkLst>
          <pc:docMk/>
          <pc:sldMk cId="2646826325" sldId="256"/>
        </pc:sldMkLst>
        <pc:spChg chg="mod">
          <ac:chgData name="Nick Cassidy" userId="04aadb54-5065-413d-a1dd-47b5f6cd7bb7" providerId="ADAL" clId="{F6397814-0D3F-4E89-AA39-889FBB9CAC4F}" dt="2024-11-19T10:55:54.253" v="2020" actId="20577"/>
          <ac:spMkLst>
            <pc:docMk/>
            <pc:sldMk cId="2646826325" sldId="256"/>
            <ac:spMk id="6" creationId="{399753D1-2268-3D27-CC44-3EC56AAB2365}"/>
          </ac:spMkLst>
        </pc:spChg>
        <pc:picChg chg="add del mod">
          <ac:chgData name="Nick Cassidy" userId="04aadb54-5065-413d-a1dd-47b5f6cd7bb7" providerId="ADAL" clId="{F6397814-0D3F-4E89-AA39-889FBB9CAC4F}" dt="2024-11-18T16:35:12.728" v="1639" actId="478"/>
          <ac:picMkLst>
            <pc:docMk/>
            <pc:sldMk cId="2646826325" sldId="256"/>
            <ac:picMk id="2050" creationId="{AA083966-1E23-12A7-89C5-496AE699C143}"/>
          </ac:picMkLst>
        </pc:picChg>
        <pc:picChg chg="add mod">
          <ac:chgData name="Nick Cassidy" userId="04aadb54-5065-413d-a1dd-47b5f6cd7bb7" providerId="ADAL" clId="{F6397814-0D3F-4E89-AA39-889FBB9CAC4F}" dt="2024-11-19T10:56:02.550" v="2021" actId="14100"/>
          <ac:picMkLst>
            <pc:docMk/>
            <pc:sldMk cId="2646826325" sldId="256"/>
            <ac:picMk id="2052" creationId="{7FD4C03A-7D85-BFEF-0920-0AA794B558F3}"/>
          </ac:picMkLst>
        </pc:picChg>
      </pc:sldChg>
      <pc:sldChg chg="modSp mod modNotesTx">
        <pc:chgData name="Nick Cassidy" userId="04aadb54-5065-413d-a1dd-47b5f6cd7bb7" providerId="ADAL" clId="{F6397814-0D3F-4E89-AA39-889FBB9CAC4F}" dt="2024-11-19T10:55:18.125" v="2000" actId="20577"/>
        <pc:sldMkLst>
          <pc:docMk/>
          <pc:sldMk cId="3185331823" sldId="257"/>
        </pc:sldMkLst>
        <pc:spChg chg="mod">
          <ac:chgData name="Nick Cassidy" userId="04aadb54-5065-413d-a1dd-47b5f6cd7bb7" providerId="ADAL" clId="{F6397814-0D3F-4E89-AA39-889FBB9CAC4F}" dt="2024-11-18T13:50:58.575" v="852" actId="20577"/>
          <ac:spMkLst>
            <pc:docMk/>
            <pc:sldMk cId="3185331823" sldId="257"/>
            <ac:spMk id="2" creationId="{A17B2B6E-D4AE-B51D-D9A2-536B51280D00}"/>
          </ac:spMkLst>
        </pc:spChg>
      </pc:sldChg>
      <pc:sldChg chg="addSp delSp modSp mod modNotesTx">
        <pc:chgData name="Nick Cassidy" userId="04aadb54-5065-413d-a1dd-47b5f6cd7bb7" providerId="ADAL" clId="{F6397814-0D3F-4E89-AA39-889FBB9CAC4F}" dt="2024-11-19T11:01:24.605" v="2417" actId="20577"/>
        <pc:sldMkLst>
          <pc:docMk/>
          <pc:sldMk cId="3802565705" sldId="262"/>
        </pc:sldMkLst>
        <pc:spChg chg="mod">
          <ac:chgData name="Nick Cassidy" userId="04aadb54-5065-413d-a1dd-47b5f6cd7bb7" providerId="ADAL" clId="{F6397814-0D3F-4E89-AA39-889FBB9CAC4F}" dt="2024-11-19T11:01:11.813" v="2396" actId="20577"/>
          <ac:spMkLst>
            <pc:docMk/>
            <pc:sldMk cId="3802565705" sldId="262"/>
            <ac:spMk id="6" creationId="{733527DA-9B9C-686D-B18E-BDDBBAE098D0}"/>
          </ac:spMkLst>
        </pc:spChg>
        <pc:picChg chg="add del mod">
          <ac:chgData name="Nick Cassidy" userId="04aadb54-5065-413d-a1dd-47b5f6cd7bb7" providerId="ADAL" clId="{F6397814-0D3F-4E89-AA39-889FBB9CAC4F}" dt="2024-11-18T16:39:30.794" v="1662" actId="478"/>
          <ac:picMkLst>
            <pc:docMk/>
            <pc:sldMk cId="3802565705" sldId="262"/>
            <ac:picMk id="4" creationId="{664087DD-5BD4-B4A9-2A40-B65ECA0BEB56}"/>
          </ac:picMkLst>
        </pc:picChg>
        <pc:picChg chg="add mod">
          <ac:chgData name="Nick Cassidy" userId="04aadb54-5065-413d-a1dd-47b5f6cd7bb7" providerId="ADAL" clId="{F6397814-0D3F-4E89-AA39-889FBB9CAC4F}" dt="2024-11-18T16:42:18.585" v="1738" actId="1076"/>
          <ac:picMkLst>
            <pc:docMk/>
            <pc:sldMk cId="3802565705" sldId="262"/>
            <ac:picMk id="3074" creationId="{8F8FF8BA-8C43-0B09-947A-BFCF5FAC6EBE}"/>
          </ac:picMkLst>
        </pc:picChg>
      </pc:sldChg>
      <pc:sldChg chg="modSp mod modNotesTx">
        <pc:chgData name="Nick Cassidy" userId="04aadb54-5065-413d-a1dd-47b5f6cd7bb7" providerId="ADAL" clId="{F6397814-0D3F-4E89-AA39-889FBB9CAC4F}" dt="2024-11-19T11:03:03.943" v="2505" actId="6549"/>
        <pc:sldMkLst>
          <pc:docMk/>
          <pc:sldMk cId="610727701" sldId="263"/>
        </pc:sldMkLst>
        <pc:spChg chg="mod">
          <ac:chgData name="Nick Cassidy" userId="04aadb54-5065-413d-a1dd-47b5f6cd7bb7" providerId="ADAL" clId="{F6397814-0D3F-4E89-AA39-889FBB9CAC4F}" dt="2024-11-19T10:52:53.605" v="1839" actId="20577"/>
          <ac:spMkLst>
            <pc:docMk/>
            <pc:sldMk cId="610727701" sldId="263"/>
            <ac:spMk id="6" creationId="{FBC524AA-75C8-D82A-9BBE-C54FC04BD7E9}"/>
          </ac:spMkLst>
        </pc:spChg>
        <pc:picChg chg="mod">
          <ac:chgData name="Nick Cassidy" userId="04aadb54-5065-413d-a1dd-47b5f6cd7bb7" providerId="ADAL" clId="{F6397814-0D3F-4E89-AA39-889FBB9CAC4F}" dt="2024-11-19T10:52:57.871" v="1840" actId="1076"/>
          <ac:picMkLst>
            <pc:docMk/>
            <pc:sldMk cId="610727701" sldId="263"/>
            <ac:picMk id="1026" creationId="{63347D6C-B8B4-7E6E-F051-3B7ECD84C747}"/>
          </ac:picMkLst>
        </pc:picChg>
        <pc:picChg chg="mod">
          <ac:chgData name="Nick Cassidy" userId="04aadb54-5065-413d-a1dd-47b5f6cd7bb7" providerId="ADAL" clId="{F6397814-0D3F-4E89-AA39-889FBB9CAC4F}" dt="2024-11-18T16:32:24.720" v="1627" actId="166"/>
          <ac:picMkLst>
            <pc:docMk/>
            <pc:sldMk cId="610727701" sldId="263"/>
            <ac:picMk id="1028" creationId="{FCD0F415-098E-E799-7F7F-3B89D190D0B7}"/>
          </ac:picMkLst>
        </pc:picChg>
        <pc:picChg chg="mod">
          <ac:chgData name="Nick Cassidy" userId="04aadb54-5065-413d-a1dd-47b5f6cd7bb7" providerId="ADAL" clId="{F6397814-0D3F-4E89-AA39-889FBB9CAC4F}" dt="2024-11-19T10:53:03.620" v="1841" actId="1076"/>
          <ac:picMkLst>
            <pc:docMk/>
            <pc:sldMk cId="610727701" sldId="263"/>
            <ac:picMk id="1030" creationId="{B5632D3B-6CF8-DE4D-48DB-A24F2F90CA5A}"/>
          </ac:picMkLst>
        </pc:picChg>
        <pc:picChg chg="mod">
          <ac:chgData name="Nick Cassidy" userId="04aadb54-5065-413d-a1dd-47b5f6cd7bb7" providerId="ADAL" clId="{F6397814-0D3F-4E89-AA39-889FBB9CAC4F}" dt="2024-11-18T16:32:32.521" v="1629" actId="167"/>
          <ac:picMkLst>
            <pc:docMk/>
            <pc:sldMk cId="610727701" sldId="263"/>
            <ac:picMk id="1032" creationId="{0E8D17B6-CA5F-5D38-68A1-85AAF6E19DBF}"/>
          </ac:picMkLst>
        </pc:picChg>
      </pc:sldChg>
      <pc:sldChg chg="modSp mod">
        <pc:chgData name="Nick Cassidy" userId="04aadb54-5065-413d-a1dd-47b5f6cd7bb7" providerId="ADAL" clId="{F6397814-0D3F-4E89-AA39-889FBB9CAC4F}" dt="2024-11-19T10:52:11.094" v="1823" actId="403"/>
        <pc:sldMkLst>
          <pc:docMk/>
          <pc:sldMk cId="384464736" sldId="264"/>
        </pc:sldMkLst>
        <pc:spChg chg="mod">
          <ac:chgData name="Nick Cassidy" userId="04aadb54-5065-413d-a1dd-47b5f6cd7bb7" providerId="ADAL" clId="{F6397814-0D3F-4E89-AA39-889FBB9CAC4F}" dt="2024-11-19T10:52:11.094" v="1823" actId="403"/>
          <ac:spMkLst>
            <pc:docMk/>
            <pc:sldMk cId="384464736" sldId="264"/>
            <ac:spMk id="6" creationId="{9B11E317-3F6B-660C-5822-30985EF1B57D}"/>
          </ac:spMkLst>
        </pc:spChg>
      </pc:sldChg>
      <pc:sldChg chg="addSp delSp modSp mod modNotesTx">
        <pc:chgData name="Nick Cassidy" userId="04aadb54-5065-413d-a1dd-47b5f6cd7bb7" providerId="ADAL" clId="{F6397814-0D3F-4E89-AA39-889FBB9CAC4F}" dt="2024-11-19T15:43:40.042" v="3153" actId="6549"/>
        <pc:sldMkLst>
          <pc:docMk/>
          <pc:sldMk cId="2365725272" sldId="265"/>
        </pc:sldMkLst>
        <pc:spChg chg="mod">
          <ac:chgData name="Nick Cassidy" userId="04aadb54-5065-413d-a1dd-47b5f6cd7bb7" providerId="ADAL" clId="{F6397814-0D3F-4E89-AA39-889FBB9CAC4F}" dt="2024-11-18T13:33:51.901" v="167" actId="1076"/>
          <ac:spMkLst>
            <pc:docMk/>
            <pc:sldMk cId="2365725272" sldId="265"/>
            <ac:spMk id="3" creationId="{5A745BA2-A770-B3FE-E11C-1C447D7A18A0}"/>
          </ac:spMkLst>
        </pc:spChg>
        <pc:spChg chg="del mod">
          <ac:chgData name="Nick Cassidy" userId="04aadb54-5065-413d-a1dd-47b5f6cd7bb7" providerId="ADAL" clId="{F6397814-0D3F-4E89-AA39-889FBB9CAC4F}" dt="2024-11-18T13:33:39.044" v="161"/>
          <ac:spMkLst>
            <pc:docMk/>
            <pc:sldMk cId="2365725272" sldId="265"/>
            <ac:spMk id="4" creationId="{0344EC43-A37B-1529-BB4E-4F6FAE7EF676}"/>
          </ac:spMkLst>
        </pc:spChg>
        <pc:spChg chg="add mod">
          <ac:chgData name="Nick Cassidy" userId="04aadb54-5065-413d-a1dd-47b5f6cd7bb7" providerId="ADAL" clId="{F6397814-0D3F-4E89-AA39-889FBB9CAC4F}" dt="2024-11-18T14:00:10.454" v="1399" actId="403"/>
          <ac:spMkLst>
            <pc:docMk/>
            <pc:sldMk cId="2365725272" sldId="265"/>
            <ac:spMk id="10" creationId="{A0EEFFB3-F764-09B7-033B-D25A57913420}"/>
          </ac:spMkLst>
        </pc:spChg>
        <pc:spChg chg="del mod">
          <ac:chgData name="Nick Cassidy" userId="04aadb54-5065-413d-a1dd-47b5f6cd7bb7" providerId="ADAL" clId="{F6397814-0D3F-4E89-AA39-889FBB9CAC4F}" dt="2024-11-18T13:33:39.043" v="159"/>
          <ac:spMkLst>
            <pc:docMk/>
            <pc:sldMk cId="2365725272" sldId="265"/>
            <ac:spMk id="12" creationId="{8F27988F-72D2-A4E0-95C1-9ED70182B76A}"/>
          </ac:spMkLst>
        </pc:spChg>
        <pc:picChg chg="add mod">
          <ac:chgData name="Nick Cassidy" userId="04aadb54-5065-413d-a1dd-47b5f6cd7bb7" providerId="ADAL" clId="{F6397814-0D3F-4E89-AA39-889FBB9CAC4F}" dt="2024-11-18T13:33:42.013" v="162" actId="1076"/>
          <ac:picMkLst>
            <pc:docMk/>
            <pc:sldMk cId="2365725272" sldId="265"/>
            <ac:picMk id="6" creationId="{963AE023-C666-29F5-5564-4043366B6F63}"/>
          </ac:picMkLst>
        </pc:picChg>
      </pc:sldChg>
      <pc:sldChg chg="modSp mod modNotesTx">
        <pc:chgData name="Nick Cassidy" userId="04aadb54-5065-413d-a1dd-47b5f6cd7bb7" providerId="ADAL" clId="{F6397814-0D3F-4E89-AA39-889FBB9CAC4F}" dt="2024-11-19T11:08:12.077" v="2788" actId="20577"/>
        <pc:sldMkLst>
          <pc:docMk/>
          <pc:sldMk cId="2279014739" sldId="266"/>
        </pc:sldMkLst>
        <pc:spChg chg="mod">
          <ac:chgData name="Nick Cassidy" userId="04aadb54-5065-413d-a1dd-47b5f6cd7bb7" providerId="ADAL" clId="{F6397814-0D3F-4E89-AA39-889FBB9CAC4F}" dt="2024-11-18T13:34:06.797" v="178" actId="1076"/>
          <ac:spMkLst>
            <pc:docMk/>
            <pc:sldMk cId="2279014739" sldId="266"/>
            <ac:spMk id="3" creationId="{5A745BA2-A770-B3FE-E11C-1C447D7A18A0}"/>
          </ac:spMkLst>
        </pc:spChg>
        <pc:spChg chg="mod">
          <ac:chgData name="Nick Cassidy" userId="04aadb54-5065-413d-a1dd-47b5f6cd7bb7" providerId="ADAL" clId="{F6397814-0D3F-4E89-AA39-889FBB9CAC4F}" dt="2024-11-19T11:07:44.758" v="2766" actId="20577"/>
          <ac:spMkLst>
            <pc:docMk/>
            <pc:sldMk cId="2279014739" sldId="266"/>
            <ac:spMk id="4" creationId="{AADCA231-5A2E-20BC-1FAD-D2917FCEC112}"/>
          </ac:spMkLst>
        </pc:spChg>
        <pc:picChg chg="mod">
          <ac:chgData name="Nick Cassidy" userId="04aadb54-5065-413d-a1dd-47b5f6cd7bb7" providerId="ADAL" clId="{F6397814-0D3F-4E89-AA39-889FBB9CAC4F}" dt="2024-11-18T13:54:47.911" v="1286" actId="1076"/>
          <ac:picMkLst>
            <pc:docMk/>
            <pc:sldMk cId="2279014739" sldId="266"/>
            <ac:picMk id="12" creationId="{19C8932C-035D-C208-1F75-99C9BE7AB06D}"/>
          </ac:picMkLst>
        </pc:picChg>
      </pc:sldChg>
      <pc:sldChg chg="modSp mod ord modNotesTx">
        <pc:chgData name="Nick Cassidy" userId="04aadb54-5065-413d-a1dd-47b5f6cd7bb7" providerId="ADAL" clId="{F6397814-0D3F-4E89-AA39-889FBB9CAC4F}" dt="2024-11-19T10:53:59.532" v="1912" actId="1076"/>
        <pc:sldMkLst>
          <pc:docMk/>
          <pc:sldMk cId="235970581" sldId="267"/>
        </pc:sldMkLst>
        <pc:spChg chg="mod">
          <ac:chgData name="Nick Cassidy" userId="04aadb54-5065-413d-a1dd-47b5f6cd7bb7" providerId="ADAL" clId="{F6397814-0D3F-4E89-AA39-889FBB9CAC4F}" dt="2024-11-19T10:53:59.532" v="1912" actId="1076"/>
          <ac:spMkLst>
            <pc:docMk/>
            <pc:sldMk cId="235970581" sldId="267"/>
            <ac:spMk id="2" creationId="{CCADDC94-601E-2139-194E-517349B8C11F}"/>
          </ac:spMkLst>
        </pc:spChg>
        <pc:spChg chg="mod">
          <ac:chgData name="Nick Cassidy" userId="04aadb54-5065-413d-a1dd-47b5f6cd7bb7" providerId="ADAL" clId="{F6397814-0D3F-4E89-AA39-889FBB9CAC4F}" dt="2024-11-18T13:33:58.261" v="172" actId="1076"/>
          <ac:spMkLst>
            <pc:docMk/>
            <pc:sldMk cId="235970581" sldId="267"/>
            <ac:spMk id="3" creationId="{5A745BA2-A770-B3FE-E11C-1C447D7A18A0}"/>
          </ac:spMkLst>
        </pc:spChg>
        <pc:cxnChg chg="mod">
          <ac:chgData name="Nick Cassidy" userId="04aadb54-5065-413d-a1dd-47b5f6cd7bb7" providerId="ADAL" clId="{F6397814-0D3F-4E89-AA39-889FBB9CAC4F}" dt="2024-11-18T13:33:59.997" v="173" actId="1076"/>
          <ac:cxnSpMkLst>
            <pc:docMk/>
            <pc:sldMk cId="235970581" sldId="267"/>
            <ac:cxnSpMk id="5" creationId="{6DEE36F7-ADB3-3246-BD78-C41E4F77BEBF}"/>
          </ac:cxnSpMkLst>
        </pc:cxnChg>
      </pc:sldChg>
      <pc:sldChg chg="modSp ord modNotesTx">
        <pc:chgData name="Nick Cassidy" userId="04aadb54-5065-413d-a1dd-47b5f6cd7bb7" providerId="ADAL" clId="{F6397814-0D3F-4E89-AA39-889FBB9CAC4F}" dt="2024-11-19T10:59:51.990" v="2348" actId="20577"/>
        <pc:sldMkLst>
          <pc:docMk/>
          <pc:sldMk cId="1010030886" sldId="268"/>
        </pc:sldMkLst>
        <pc:picChg chg="mod">
          <ac:chgData name="Nick Cassidy" userId="04aadb54-5065-413d-a1dd-47b5f6cd7bb7" providerId="ADAL" clId="{F6397814-0D3F-4E89-AA39-889FBB9CAC4F}" dt="2024-11-18T13:24:41.884" v="6" actId="1076"/>
          <ac:picMkLst>
            <pc:docMk/>
            <pc:sldMk cId="1010030886" sldId="268"/>
            <ac:picMk id="1026" creationId="{00000000-0000-0000-0000-000000000000}"/>
          </ac:picMkLst>
        </pc:picChg>
      </pc:sldChg>
      <pc:sldChg chg="addSp delSp modSp add mod modNotesTx">
        <pc:chgData name="Nick Cassidy" userId="04aadb54-5065-413d-a1dd-47b5f6cd7bb7" providerId="ADAL" clId="{F6397814-0D3F-4E89-AA39-889FBB9CAC4F}" dt="2024-11-19T15:44:13.721" v="3181" actId="20577"/>
        <pc:sldMkLst>
          <pc:docMk/>
          <pc:sldMk cId="2515294165" sldId="269"/>
        </pc:sldMkLst>
        <pc:spChg chg="mod">
          <ac:chgData name="Nick Cassidy" userId="04aadb54-5065-413d-a1dd-47b5f6cd7bb7" providerId="ADAL" clId="{F6397814-0D3F-4E89-AA39-889FBB9CAC4F}" dt="2024-11-18T13:50:16.688" v="842" actId="20577"/>
          <ac:spMkLst>
            <pc:docMk/>
            <pc:sldMk cId="2515294165" sldId="269"/>
            <ac:spMk id="3" creationId="{5A745BA2-A770-B3FE-E11C-1C447D7A18A0}"/>
          </ac:spMkLst>
        </pc:spChg>
        <pc:spChg chg="mod">
          <ac:chgData name="Nick Cassidy" userId="04aadb54-5065-413d-a1dd-47b5f6cd7bb7" providerId="ADAL" clId="{F6397814-0D3F-4E89-AA39-889FBB9CAC4F}" dt="2024-11-19T11:08:27.668" v="2792" actId="1076"/>
          <ac:spMkLst>
            <pc:docMk/>
            <pc:sldMk cId="2515294165" sldId="269"/>
            <ac:spMk id="4" creationId="{AADCA231-5A2E-20BC-1FAD-D2917FCEC112}"/>
          </ac:spMkLst>
        </pc:spChg>
        <pc:picChg chg="add mod">
          <ac:chgData name="Nick Cassidy" userId="04aadb54-5065-413d-a1dd-47b5f6cd7bb7" providerId="ADAL" clId="{F6397814-0D3F-4E89-AA39-889FBB9CAC4F}" dt="2024-11-19T11:09:05.629" v="2839" actId="1076"/>
          <ac:picMkLst>
            <pc:docMk/>
            <pc:sldMk cId="2515294165" sldId="269"/>
            <ac:picMk id="6" creationId="{61BC168C-90C9-D583-04BF-C724399B259C}"/>
          </ac:picMkLst>
        </pc:picChg>
        <pc:picChg chg="del">
          <ac:chgData name="Nick Cassidy" userId="04aadb54-5065-413d-a1dd-47b5f6cd7bb7" providerId="ADAL" clId="{F6397814-0D3F-4E89-AA39-889FBB9CAC4F}" dt="2024-11-18T13:39:11.029" v="625" actId="478"/>
          <ac:picMkLst>
            <pc:docMk/>
            <pc:sldMk cId="2515294165" sldId="269"/>
            <ac:picMk id="12" creationId="{19C8932C-035D-C208-1F75-99C9BE7AB06D}"/>
          </ac:picMkLst>
        </pc:picChg>
        <pc:picChg chg="add del mod">
          <ac:chgData name="Nick Cassidy" userId="04aadb54-5065-413d-a1dd-47b5f6cd7bb7" providerId="ADAL" clId="{F6397814-0D3F-4E89-AA39-889FBB9CAC4F}" dt="2024-11-18T17:06:00.108" v="1747" actId="478"/>
          <ac:picMkLst>
            <pc:docMk/>
            <pc:sldMk cId="2515294165" sldId="269"/>
            <ac:picMk id="13" creationId="{4777089F-AB7F-C8A6-341B-A0DC90F73442}"/>
          </ac:picMkLst>
        </pc:picChg>
        <pc:picChg chg="add mod">
          <ac:chgData name="Nick Cassidy" userId="04aadb54-5065-413d-a1dd-47b5f6cd7bb7" providerId="ADAL" clId="{F6397814-0D3F-4E89-AA39-889FBB9CAC4F}" dt="2024-11-19T11:09:04.613" v="2838" actId="1076"/>
          <ac:picMkLst>
            <pc:docMk/>
            <pc:sldMk cId="2515294165" sldId="269"/>
            <ac:picMk id="15" creationId="{2A137A1D-D45F-8F7F-22C9-F766EBF95238}"/>
          </ac:picMkLst>
        </pc:picChg>
      </pc:sldChg>
      <pc:sldChg chg="add setBg">
        <pc:chgData name="Nick Cassidy" userId="04aadb54-5065-413d-a1dd-47b5f6cd7bb7" providerId="ADAL" clId="{F6397814-0D3F-4E89-AA39-889FBB9CAC4F}" dt="2024-11-18T13:45:30.487" v="795"/>
        <pc:sldMkLst>
          <pc:docMk/>
          <pc:sldMk cId="2888896933" sldId="270"/>
        </pc:sldMkLst>
      </pc:sldChg>
      <pc:sldChg chg="add">
        <pc:chgData name="Nick Cassidy" userId="04aadb54-5065-413d-a1dd-47b5f6cd7bb7" providerId="ADAL" clId="{F6397814-0D3F-4E89-AA39-889FBB9CAC4F}" dt="2024-11-18T13:45:30.487" v="795"/>
        <pc:sldMkLst>
          <pc:docMk/>
          <pc:sldMk cId="2724681881" sldId="279"/>
        </pc:sldMkLst>
      </pc:sldChg>
      <pc:sldChg chg="add">
        <pc:chgData name="Nick Cassidy" userId="04aadb54-5065-413d-a1dd-47b5f6cd7bb7" providerId="ADAL" clId="{F6397814-0D3F-4E89-AA39-889FBB9CAC4F}" dt="2024-11-18T13:45:30.487" v="795"/>
        <pc:sldMkLst>
          <pc:docMk/>
          <pc:sldMk cId="1617271862" sldId="280"/>
        </pc:sldMkLst>
      </pc:sldChg>
      <pc:sldChg chg="add">
        <pc:chgData name="Nick Cassidy" userId="04aadb54-5065-413d-a1dd-47b5f6cd7bb7" providerId="ADAL" clId="{F6397814-0D3F-4E89-AA39-889FBB9CAC4F}" dt="2024-11-18T13:45:30.487" v="795"/>
        <pc:sldMkLst>
          <pc:docMk/>
          <pc:sldMk cId="440429377" sldId="281"/>
        </pc:sldMkLst>
      </pc:sldChg>
      <pc:sldChg chg="add">
        <pc:chgData name="Nick Cassidy" userId="04aadb54-5065-413d-a1dd-47b5f6cd7bb7" providerId="ADAL" clId="{F6397814-0D3F-4E89-AA39-889FBB9CAC4F}" dt="2024-11-18T13:45:30.487" v="795"/>
        <pc:sldMkLst>
          <pc:docMk/>
          <pc:sldMk cId="109653414" sldId="282"/>
        </pc:sldMkLst>
      </pc:sldChg>
      <pc:sldChg chg="add">
        <pc:chgData name="Nick Cassidy" userId="04aadb54-5065-413d-a1dd-47b5f6cd7bb7" providerId="ADAL" clId="{F6397814-0D3F-4E89-AA39-889FBB9CAC4F}" dt="2024-11-18T13:45:30.487" v="795"/>
        <pc:sldMkLst>
          <pc:docMk/>
          <pc:sldMk cId="1549010434" sldId="283"/>
        </pc:sldMkLst>
      </pc:sldChg>
      <pc:sldChg chg="add">
        <pc:chgData name="Nick Cassidy" userId="04aadb54-5065-413d-a1dd-47b5f6cd7bb7" providerId="ADAL" clId="{F6397814-0D3F-4E89-AA39-889FBB9CAC4F}" dt="2024-11-18T13:45:30.487" v="795"/>
        <pc:sldMkLst>
          <pc:docMk/>
          <pc:sldMk cId="3293317870" sldId="284"/>
        </pc:sldMkLst>
      </pc:sldChg>
      <pc:sldChg chg="add">
        <pc:chgData name="Nick Cassidy" userId="04aadb54-5065-413d-a1dd-47b5f6cd7bb7" providerId="ADAL" clId="{F6397814-0D3F-4E89-AA39-889FBB9CAC4F}" dt="2024-11-18T13:45:30.487" v="795"/>
        <pc:sldMkLst>
          <pc:docMk/>
          <pc:sldMk cId="1208900393" sldId="285"/>
        </pc:sldMkLst>
      </pc:sldChg>
      <pc:sldChg chg="add">
        <pc:chgData name="Nick Cassidy" userId="04aadb54-5065-413d-a1dd-47b5f6cd7bb7" providerId="ADAL" clId="{F6397814-0D3F-4E89-AA39-889FBB9CAC4F}" dt="2024-11-18T13:45:30.487" v="795"/>
        <pc:sldMkLst>
          <pc:docMk/>
          <pc:sldMk cId="3393129677" sldId="286"/>
        </pc:sldMkLst>
      </pc:sldChg>
      <pc:sldChg chg="add">
        <pc:chgData name="Nick Cassidy" userId="04aadb54-5065-413d-a1dd-47b5f6cd7bb7" providerId="ADAL" clId="{F6397814-0D3F-4E89-AA39-889FBB9CAC4F}" dt="2024-11-18T13:45:30.487" v="795"/>
        <pc:sldMkLst>
          <pc:docMk/>
          <pc:sldMk cId="4114816595" sldId="287"/>
        </pc:sldMkLst>
      </pc:sldChg>
      <pc:sldChg chg="add">
        <pc:chgData name="Nick Cassidy" userId="04aadb54-5065-413d-a1dd-47b5f6cd7bb7" providerId="ADAL" clId="{F6397814-0D3F-4E89-AA39-889FBB9CAC4F}" dt="2024-11-18T13:45:30.487" v="795"/>
        <pc:sldMkLst>
          <pc:docMk/>
          <pc:sldMk cId="3474896578" sldId="288"/>
        </pc:sldMkLst>
      </pc:sldChg>
      <pc:sldChg chg="modSp add mod ord modNotesTx">
        <pc:chgData name="Nick Cassidy" userId="04aadb54-5065-413d-a1dd-47b5f6cd7bb7" providerId="ADAL" clId="{F6397814-0D3F-4E89-AA39-889FBB9CAC4F}" dt="2024-11-19T11:04:57.094" v="2527" actId="20577"/>
        <pc:sldMkLst>
          <pc:docMk/>
          <pc:sldMk cId="3988613769" sldId="289"/>
        </pc:sldMkLst>
        <pc:spChg chg="mod">
          <ac:chgData name="Nick Cassidy" userId="04aadb54-5065-413d-a1dd-47b5f6cd7bb7" providerId="ADAL" clId="{F6397814-0D3F-4E89-AA39-889FBB9CAC4F}" dt="2024-11-18T13:50:06.776" v="812" actId="20577"/>
          <ac:spMkLst>
            <pc:docMk/>
            <pc:sldMk cId="3988613769" sldId="289"/>
            <ac:spMk id="21" creationId="{3245A596-4BC4-624F-A0EF-296A8714DF74}"/>
          </ac:spMkLst>
        </pc:spChg>
      </pc:sldChg>
      <pc:sldChg chg="delSp modSp add del mod modNotesTx">
        <pc:chgData name="Nick Cassidy" userId="04aadb54-5065-413d-a1dd-47b5f6cd7bb7" providerId="ADAL" clId="{F6397814-0D3F-4E89-AA39-889FBB9CAC4F}" dt="2024-11-19T11:14:37.465" v="2951" actId="47"/>
        <pc:sldMkLst>
          <pc:docMk/>
          <pc:sldMk cId="1235022363" sldId="290"/>
        </pc:sldMkLst>
        <pc:spChg chg="mod">
          <ac:chgData name="Nick Cassidy" userId="04aadb54-5065-413d-a1dd-47b5f6cd7bb7" providerId="ADAL" clId="{F6397814-0D3F-4E89-AA39-889FBB9CAC4F}" dt="2024-11-18T13:51:25.473" v="861" actId="20577"/>
          <ac:spMkLst>
            <pc:docMk/>
            <pc:sldMk cId="1235022363" sldId="290"/>
            <ac:spMk id="3" creationId="{5A745BA2-A770-B3FE-E11C-1C447D7A18A0}"/>
          </ac:spMkLst>
        </pc:spChg>
        <pc:spChg chg="del mod">
          <ac:chgData name="Nick Cassidy" userId="04aadb54-5065-413d-a1dd-47b5f6cd7bb7" providerId="ADAL" clId="{F6397814-0D3F-4E89-AA39-889FBB9CAC4F}" dt="2024-11-18T13:51:31.229" v="865"/>
          <ac:spMkLst>
            <pc:docMk/>
            <pc:sldMk cId="1235022363" sldId="290"/>
            <ac:spMk id="4" creationId="{AADCA231-5A2E-20BC-1FAD-D2917FCEC112}"/>
          </ac:spMkLst>
        </pc:spChg>
      </pc:sldChg>
      <pc:sldChg chg="addSp modSp add mod setBg replTag">
        <pc:chgData name="Nick Cassidy" userId="04aadb54-5065-413d-a1dd-47b5f6cd7bb7" providerId="ADAL" clId="{F6397814-0D3F-4E89-AA39-889FBB9CAC4F}" dt="2024-11-19T11:14:31.478" v="2880"/>
        <pc:sldMkLst>
          <pc:docMk/>
          <pc:sldMk cId="3351024727" sldId="291"/>
        </pc:sldMkLst>
        <pc:spChg chg="add mod replST">
          <ac:chgData name="Nick Cassidy" userId="04aadb54-5065-413d-a1dd-47b5f6cd7bb7" providerId="ADAL" clId="{F6397814-0D3F-4E89-AA39-889FBB9CAC4F}" dt="2024-11-19T11:14:31.445" v="2866"/>
          <ac:spMkLst>
            <pc:docMk/>
            <pc:sldMk cId="3351024727" sldId="291"/>
            <ac:spMk id="6" creationId="{947E9534-9007-C4EC-3C1F-416559F8812F}"/>
          </ac:spMkLst>
        </pc:spChg>
        <pc:spChg chg="add mod replST">
          <ac:chgData name="Nick Cassidy" userId="04aadb54-5065-413d-a1dd-47b5f6cd7bb7" providerId="ADAL" clId="{F6397814-0D3F-4E89-AA39-889FBB9CAC4F}" dt="2024-11-19T11:14:31.454" v="2876"/>
          <ac:spMkLst>
            <pc:docMk/>
            <pc:sldMk cId="3351024727" sldId="291"/>
            <ac:spMk id="7" creationId="{ABB03377-1FE3-442D-F8FF-8C8025EAEA83}"/>
          </ac:spMkLst>
        </pc:spChg>
        <pc:picChg chg="add mod replST">
          <ac:chgData name="Nick Cassidy" userId="04aadb54-5065-413d-a1dd-47b5f6cd7bb7" providerId="ADAL" clId="{F6397814-0D3F-4E89-AA39-889FBB9CAC4F}" dt="2024-11-19T11:14:31.310" v="2853"/>
          <ac:picMkLst>
            <pc:docMk/>
            <pc:sldMk cId="3351024727" sldId="291"/>
            <ac:picMk id="3" creationId="{E95558C8-92AB-89D3-7C3A-01429F110255}"/>
          </ac:picMkLst>
        </pc:picChg>
        <pc:picChg chg="add mod replST">
          <ac:chgData name="Nick Cassidy" userId="04aadb54-5065-413d-a1dd-47b5f6cd7bb7" providerId="ADAL" clId="{F6397814-0D3F-4E89-AA39-889FBB9CAC4F}" dt="2024-11-19T11:14:31.429" v="2857"/>
          <ac:picMkLst>
            <pc:docMk/>
            <pc:sldMk cId="3351024727" sldId="291"/>
            <ac:picMk id="5" creationId="{64F77178-E246-3A42-F983-F1CBBF063020}"/>
          </ac:picMkLst>
        </pc:picChg>
      </pc:sldChg>
      <pc:sldChg chg="addSp modSp add mod ord setBg replTag">
        <pc:chgData name="Nick Cassidy" userId="04aadb54-5065-413d-a1dd-47b5f6cd7bb7" providerId="ADAL" clId="{F6397814-0D3F-4E89-AA39-889FBB9CAC4F}" dt="2024-11-19T11:14:47.111" v="2955"/>
        <pc:sldMkLst>
          <pc:docMk/>
          <pc:sldMk cId="4035339237" sldId="292"/>
        </pc:sldMkLst>
        <pc:spChg chg="add mod replST">
          <ac:chgData name="Nick Cassidy" userId="04aadb54-5065-413d-a1dd-47b5f6cd7bb7" providerId="ADAL" clId="{F6397814-0D3F-4E89-AA39-889FBB9CAC4F}" dt="2024-11-19T11:14:31.734" v="2901"/>
          <ac:spMkLst>
            <pc:docMk/>
            <pc:sldMk cId="4035339237" sldId="292"/>
            <ac:spMk id="6" creationId="{8B2B04DE-33B7-A8C0-E0A6-8335A77A5851}"/>
          </ac:spMkLst>
        </pc:spChg>
        <pc:spChg chg="add mod replST">
          <ac:chgData name="Nick Cassidy" userId="04aadb54-5065-413d-a1dd-47b5f6cd7bb7" providerId="ADAL" clId="{F6397814-0D3F-4E89-AA39-889FBB9CAC4F}" dt="2024-11-19T11:14:31.740" v="2911"/>
          <ac:spMkLst>
            <pc:docMk/>
            <pc:sldMk cId="4035339237" sldId="292"/>
            <ac:spMk id="7" creationId="{DF09FB02-2CE2-6A61-B211-A46B33594138}"/>
          </ac:spMkLst>
        </pc:spChg>
        <pc:picChg chg="add mod replST">
          <ac:chgData name="Nick Cassidy" userId="04aadb54-5065-413d-a1dd-47b5f6cd7bb7" providerId="ADAL" clId="{F6397814-0D3F-4E89-AA39-889FBB9CAC4F}" dt="2024-11-19T11:14:31.681" v="2888"/>
          <ac:picMkLst>
            <pc:docMk/>
            <pc:sldMk cId="4035339237" sldId="292"/>
            <ac:picMk id="3" creationId="{CE7173B3-13D2-61F5-19D8-CECE15879F20}"/>
          </ac:picMkLst>
        </pc:picChg>
        <pc:picChg chg="add mod replST">
          <ac:chgData name="Nick Cassidy" userId="04aadb54-5065-413d-a1dd-47b5f6cd7bb7" providerId="ADAL" clId="{F6397814-0D3F-4E89-AA39-889FBB9CAC4F}" dt="2024-11-19T11:14:31.729" v="2892"/>
          <ac:picMkLst>
            <pc:docMk/>
            <pc:sldMk cId="4035339237" sldId="292"/>
            <ac:picMk id="5" creationId="{6EF616FD-520E-EB83-9AAA-C95B2673C189}"/>
          </ac:picMkLst>
        </pc:picChg>
      </pc:sldChg>
      <pc:sldChg chg="addSp modSp add mod ord setBg replTag">
        <pc:chgData name="Nick Cassidy" userId="04aadb54-5065-413d-a1dd-47b5f6cd7bb7" providerId="ADAL" clId="{F6397814-0D3F-4E89-AA39-889FBB9CAC4F}" dt="2024-11-19T11:14:45.399" v="2953"/>
        <pc:sldMkLst>
          <pc:docMk/>
          <pc:sldMk cId="794571109" sldId="293"/>
        </pc:sldMkLst>
        <pc:spChg chg="add mod replST">
          <ac:chgData name="Nick Cassidy" userId="04aadb54-5065-413d-a1dd-47b5f6cd7bb7" providerId="ADAL" clId="{F6397814-0D3F-4E89-AA39-889FBB9CAC4F}" dt="2024-11-19T11:14:31.924" v="2936"/>
          <ac:spMkLst>
            <pc:docMk/>
            <pc:sldMk cId="794571109" sldId="293"/>
            <ac:spMk id="6" creationId="{F565482F-045E-9F9A-ABBE-DEE192A5BB70}"/>
          </ac:spMkLst>
        </pc:spChg>
        <pc:spChg chg="add mod replST">
          <ac:chgData name="Nick Cassidy" userId="04aadb54-5065-413d-a1dd-47b5f6cd7bb7" providerId="ADAL" clId="{F6397814-0D3F-4E89-AA39-889FBB9CAC4F}" dt="2024-11-19T11:14:31.930" v="2946"/>
          <ac:spMkLst>
            <pc:docMk/>
            <pc:sldMk cId="794571109" sldId="293"/>
            <ac:spMk id="7" creationId="{C0AB0DC5-2189-3B92-9AAF-D38F68F24D67}"/>
          </ac:spMkLst>
        </pc:spChg>
        <pc:picChg chg="add mod replST">
          <ac:chgData name="Nick Cassidy" userId="04aadb54-5065-413d-a1dd-47b5f6cd7bb7" providerId="ADAL" clId="{F6397814-0D3F-4E89-AA39-889FBB9CAC4F}" dt="2024-11-19T11:14:31.828" v="2923"/>
          <ac:picMkLst>
            <pc:docMk/>
            <pc:sldMk cId="794571109" sldId="293"/>
            <ac:picMk id="3" creationId="{2F33F2F2-FE68-B97F-D963-15322F9C6EEF}"/>
          </ac:picMkLst>
        </pc:picChg>
        <pc:picChg chg="add mod replST">
          <ac:chgData name="Nick Cassidy" userId="04aadb54-5065-413d-a1dd-47b5f6cd7bb7" providerId="ADAL" clId="{F6397814-0D3F-4E89-AA39-889FBB9CAC4F}" dt="2024-11-19T11:14:31.918" v="2927"/>
          <ac:picMkLst>
            <pc:docMk/>
            <pc:sldMk cId="794571109" sldId="293"/>
            <ac:picMk id="5" creationId="{5111A90F-08C8-DE58-A8E2-8D2DB35E8C39}"/>
          </ac:picMkLst>
        </pc:picChg>
      </pc:sldChg>
      <pc:sldChg chg="addSp delSp modSp add mod modNotesTx">
        <pc:chgData name="Nick Cassidy" userId="04aadb54-5065-413d-a1dd-47b5f6cd7bb7" providerId="ADAL" clId="{F6397814-0D3F-4E89-AA39-889FBB9CAC4F}" dt="2024-11-19T15:42:01.768" v="3151" actId="1076"/>
        <pc:sldMkLst>
          <pc:docMk/>
          <pc:sldMk cId="3417170583" sldId="294"/>
        </pc:sldMkLst>
        <pc:spChg chg="add mod">
          <ac:chgData name="Nick Cassidy" userId="04aadb54-5065-413d-a1dd-47b5f6cd7bb7" providerId="ADAL" clId="{F6397814-0D3F-4E89-AA39-889FBB9CAC4F}" dt="2024-11-19T15:42:01.768" v="3151" actId="1076"/>
          <ac:spMkLst>
            <pc:docMk/>
            <pc:sldMk cId="3417170583" sldId="294"/>
            <ac:spMk id="2" creationId="{7A7F2033-D0F9-D415-9B97-6D859DE0C9F6}"/>
          </ac:spMkLst>
        </pc:spChg>
        <pc:spChg chg="del">
          <ac:chgData name="Nick Cassidy" userId="04aadb54-5065-413d-a1dd-47b5f6cd7bb7" providerId="ADAL" clId="{F6397814-0D3F-4E89-AA39-889FBB9CAC4F}" dt="2024-11-19T11:14:54.894" v="2961" actId="478"/>
          <ac:spMkLst>
            <pc:docMk/>
            <pc:sldMk cId="3417170583" sldId="294"/>
            <ac:spMk id="3" creationId="{5A745BA2-A770-B3FE-E11C-1C447D7A18A0}"/>
          </ac:spMkLst>
        </pc:spChg>
        <pc:spChg chg="del">
          <ac:chgData name="Nick Cassidy" userId="04aadb54-5065-413d-a1dd-47b5f6cd7bb7" providerId="ADAL" clId="{F6397814-0D3F-4E89-AA39-889FBB9CAC4F}" dt="2024-11-19T11:14:51.902" v="2958" actId="478"/>
          <ac:spMkLst>
            <pc:docMk/>
            <pc:sldMk cId="3417170583" sldId="294"/>
            <ac:spMk id="4" creationId="{AADCA231-5A2E-20BC-1FAD-D2917FCEC112}"/>
          </ac:spMkLst>
        </pc:spChg>
        <pc:picChg chg="del">
          <ac:chgData name="Nick Cassidy" userId="04aadb54-5065-413d-a1dd-47b5f6cd7bb7" providerId="ADAL" clId="{F6397814-0D3F-4E89-AA39-889FBB9CAC4F}" dt="2024-11-19T11:14:52.270" v="2959" actId="478"/>
          <ac:picMkLst>
            <pc:docMk/>
            <pc:sldMk cId="3417170583" sldId="294"/>
            <ac:picMk id="6" creationId="{61BC168C-90C9-D583-04BF-C724399B259C}"/>
          </ac:picMkLst>
        </pc:picChg>
        <pc:picChg chg="del">
          <ac:chgData name="Nick Cassidy" userId="04aadb54-5065-413d-a1dd-47b5f6cd7bb7" providerId="ADAL" clId="{F6397814-0D3F-4E89-AA39-889FBB9CAC4F}" dt="2024-11-19T11:14:50.799" v="2957" actId="478"/>
          <ac:picMkLst>
            <pc:docMk/>
            <pc:sldMk cId="3417170583" sldId="294"/>
            <ac:picMk id="15" creationId="{2A137A1D-D45F-8F7F-22C9-F766EBF95238}"/>
          </ac:picMkLst>
        </pc:picChg>
        <pc:cxnChg chg="del">
          <ac:chgData name="Nick Cassidy" userId="04aadb54-5065-413d-a1dd-47b5f6cd7bb7" providerId="ADAL" clId="{F6397814-0D3F-4E89-AA39-889FBB9CAC4F}" dt="2024-11-19T15:41:51.702" v="3147" actId="478"/>
          <ac:cxnSpMkLst>
            <pc:docMk/>
            <pc:sldMk cId="3417170583" sldId="294"/>
            <ac:cxnSpMk id="5" creationId="{6DEE36F7-ADB3-3246-BD78-C41E4F77BEBF}"/>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41D58A-B7CC-4575-8BD8-B8D6AD1AC4DE}" type="datetimeFigureOut">
              <a:rPr lang="en-GB" smtClean="0"/>
              <a:t>25/11/2024</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A5508B8-1FA7-42AC-B718-2D3C6335A572}" type="slidenum">
              <a:rPr lang="en-GB" smtClean="0"/>
              <a:t>‹#›</a:t>
            </a:fld>
            <a:endParaRPr lang="en-GB"/>
          </a:p>
        </p:txBody>
      </p:sp>
    </p:spTree>
    <p:extLst>
      <p:ext uri="{BB962C8B-B14F-4D97-AF65-F5344CB8AC3E}">
        <p14:creationId xmlns:p14="http://schemas.microsoft.com/office/powerpoint/2010/main" val="7328349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Purpose – overview, refresher, and examples of how it could be used. Hear your thoughts</a:t>
            </a:r>
          </a:p>
        </p:txBody>
      </p:sp>
      <p:sp>
        <p:nvSpPr>
          <p:cNvPr id="4" name="Slide Number Placeholder 3"/>
          <p:cNvSpPr>
            <a:spLocks noGrp="1"/>
          </p:cNvSpPr>
          <p:nvPr>
            <p:ph type="sldNum" sz="quarter" idx="5"/>
          </p:nvPr>
        </p:nvSpPr>
        <p:spPr/>
        <p:txBody>
          <a:bodyPr/>
          <a:lstStyle/>
          <a:p>
            <a:fld id="{2A5508B8-1FA7-42AC-B718-2D3C6335A572}" type="slidenum">
              <a:rPr lang="en-GB" smtClean="0"/>
              <a:t>1</a:t>
            </a:fld>
            <a:endParaRPr lang="en-GB"/>
          </a:p>
        </p:txBody>
      </p:sp>
    </p:spTree>
    <p:extLst>
      <p:ext uri="{BB962C8B-B14F-4D97-AF65-F5344CB8AC3E}">
        <p14:creationId xmlns:p14="http://schemas.microsoft.com/office/powerpoint/2010/main" val="16486369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-Core measures cover whole life cycle and all communities and community groups</a:t>
            </a:r>
          </a:p>
          <a:p>
            <a:r>
              <a:rPr lang="en-GB"/>
              <a:t>-A consistent data set</a:t>
            </a:r>
          </a:p>
          <a:p>
            <a:r>
              <a:rPr lang="en-GB"/>
              <a:t>-Does a lot of advanced analysis for you</a:t>
            </a:r>
          </a:p>
        </p:txBody>
      </p:sp>
      <p:sp>
        <p:nvSpPr>
          <p:cNvPr id="4" name="Slide Number Placeholder 3"/>
          <p:cNvSpPr>
            <a:spLocks noGrp="1"/>
          </p:cNvSpPr>
          <p:nvPr>
            <p:ph type="sldNum" sz="quarter" idx="5"/>
          </p:nvPr>
        </p:nvSpPr>
        <p:spPr/>
        <p:txBody>
          <a:bodyPr/>
          <a:lstStyle/>
          <a:p>
            <a:fld id="{2A5508B8-1FA7-42AC-B718-2D3C6335A572}" type="slidenum">
              <a:rPr lang="en-GB" smtClean="0"/>
              <a:t>2</a:t>
            </a:fld>
            <a:endParaRPr lang="en-GB"/>
          </a:p>
        </p:txBody>
      </p:sp>
    </p:spTree>
    <p:extLst>
      <p:ext uri="{BB962C8B-B14F-4D97-AF65-F5344CB8AC3E}">
        <p14:creationId xmlns:p14="http://schemas.microsoft.com/office/powerpoint/2010/main" val="20218553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t>Idea is to cover the whole life course and range of outcomes.</a:t>
            </a:r>
          </a:p>
          <a:p>
            <a:r>
              <a:rPr lang="en-GB"/>
              <a:t>Measures were developed with CP Partners – criteria for inclusion</a:t>
            </a:r>
          </a:p>
          <a:p>
            <a:r>
              <a:rPr lang="en-GB"/>
              <a:t>This is the original set and have been amended over the years – we know there are gaps inc. data lag.</a:t>
            </a:r>
          </a:p>
          <a:p>
            <a:r>
              <a:rPr lang="en-GB"/>
              <a:t>As much as possible cover small areas, not just full CPP</a:t>
            </a:r>
          </a:p>
        </p:txBody>
      </p:sp>
      <p:sp>
        <p:nvSpPr>
          <p:cNvPr id="4" name="Slide Number Placeholder 3"/>
          <p:cNvSpPr>
            <a:spLocks noGrp="1"/>
          </p:cNvSpPr>
          <p:nvPr>
            <p:ph type="sldNum" sz="quarter" idx="5"/>
          </p:nvPr>
        </p:nvSpPr>
        <p:spPr/>
        <p:txBody>
          <a:bodyPr/>
          <a:lstStyle/>
          <a:p>
            <a:fld id="{2A5508B8-1FA7-42AC-B718-2D3C6335A572}" type="slidenum">
              <a:rPr lang="en-GB" smtClean="0"/>
              <a:t>3</a:t>
            </a:fld>
            <a:endParaRPr lang="en-GB"/>
          </a:p>
        </p:txBody>
      </p:sp>
    </p:spTree>
    <p:extLst>
      <p:ext uri="{BB962C8B-B14F-4D97-AF65-F5344CB8AC3E}">
        <p14:creationId xmlns:p14="http://schemas.microsoft.com/office/powerpoint/2010/main" val="7229128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Both at a glance information and in depth analysis</a:t>
            </a:r>
          </a:p>
          <a:p>
            <a:r>
              <a:rPr lang="en-GB"/>
              <a:t>Focus on change over time</a:t>
            </a:r>
          </a:p>
          <a:p>
            <a:r>
              <a:rPr lang="en-GB"/>
              <a:t>Good/bad performance</a:t>
            </a:r>
          </a:p>
          <a:p>
            <a:r>
              <a:rPr lang="en-GB"/>
              <a:t>Uniquely we have the comparison with similar areas – about learning from others.</a:t>
            </a:r>
          </a:p>
        </p:txBody>
      </p:sp>
      <p:sp>
        <p:nvSpPr>
          <p:cNvPr id="4" name="Slide Number Placeholder 3"/>
          <p:cNvSpPr>
            <a:spLocks noGrp="1"/>
          </p:cNvSpPr>
          <p:nvPr>
            <p:ph type="sldNum" sz="quarter" idx="5"/>
          </p:nvPr>
        </p:nvSpPr>
        <p:spPr/>
        <p:txBody>
          <a:bodyPr/>
          <a:lstStyle/>
          <a:p>
            <a:fld id="{2A5508B8-1FA7-42AC-B718-2D3C6335A572}" type="slidenum">
              <a:rPr lang="en-GB" smtClean="0"/>
              <a:t>4</a:t>
            </a:fld>
            <a:endParaRPr lang="en-GB"/>
          </a:p>
        </p:txBody>
      </p:sp>
    </p:spTree>
    <p:extLst>
      <p:ext uri="{BB962C8B-B14F-4D97-AF65-F5344CB8AC3E}">
        <p14:creationId xmlns:p14="http://schemas.microsoft.com/office/powerpoint/2010/main" val="30006642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2A5508B8-1FA7-42AC-B718-2D3C6335A572}" type="slidenum">
              <a:rPr lang="en-GB" smtClean="0"/>
              <a:t>5</a:t>
            </a:fld>
            <a:endParaRPr lang="en-GB"/>
          </a:p>
        </p:txBody>
      </p:sp>
    </p:spTree>
    <p:extLst>
      <p:ext uri="{BB962C8B-B14F-4D97-AF65-F5344CB8AC3E}">
        <p14:creationId xmlns:p14="http://schemas.microsoft.com/office/powerpoint/2010/main" val="24772367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Lots of other data sources and tools</a:t>
            </a:r>
          </a:p>
          <a:p>
            <a:r>
              <a:rPr lang="en-GB"/>
              <a:t>CPOP is focused on community planning partnerships and what they need</a:t>
            </a:r>
          </a:p>
          <a:p>
            <a:r>
              <a:rPr lang="en-GB"/>
              <a:t>-Selecting, cleaning, presenting key data</a:t>
            </a:r>
          </a:p>
          <a:p>
            <a:r>
              <a:rPr lang="en-GB"/>
              <a:t>-Change over time – measure improvement – including into the future</a:t>
            </a:r>
          </a:p>
          <a:p>
            <a:r>
              <a:rPr lang="en-GB"/>
              <a:t>-Holistic approach (understand performance across multiple indicators), but allows focus on specific areas</a:t>
            </a:r>
          </a:p>
          <a:p>
            <a:r>
              <a:rPr lang="en-GB"/>
              <a:t>-Typology – income, rurality, population groups</a:t>
            </a:r>
          </a:p>
          <a:p>
            <a:endParaRPr lang="en-GB"/>
          </a:p>
        </p:txBody>
      </p:sp>
      <p:sp>
        <p:nvSpPr>
          <p:cNvPr id="4" name="Slide Number Placeholder 3"/>
          <p:cNvSpPr>
            <a:spLocks noGrp="1"/>
          </p:cNvSpPr>
          <p:nvPr>
            <p:ph type="sldNum" sz="quarter" idx="5"/>
          </p:nvPr>
        </p:nvSpPr>
        <p:spPr/>
        <p:txBody>
          <a:bodyPr/>
          <a:lstStyle/>
          <a:p>
            <a:fld id="{2A5508B8-1FA7-42AC-B718-2D3C6335A572}" type="slidenum">
              <a:rPr lang="en-GB" smtClean="0"/>
              <a:t>6</a:t>
            </a:fld>
            <a:endParaRPr lang="en-GB"/>
          </a:p>
        </p:txBody>
      </p:sp>
    </p:spTree>
    <p:extLst>
      <p:ext uri="{BB962C8B-B14F-4D97-AF65-F5344CB8AC3E}">
        <p14:creationId xmlns:p14="http://schemas.microsoft.com/office/powerpoint/2010/main" val="21023146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sz="3200" dirty="0"/>
              <a:t>The CPOP has a range of data both at a CPP level and at a more granular intermediate geography zone and data zone level. One of the key features of the tool is the ability to make comparisons between areas, comparisons over time and to look both at outcomes and progress with these outcomes across the full range of indicators. </a:t>
            </a:r>
          </a:p>
          <a:p>
            <a:pPr marL="171450" indent="-171450">
              <a:buFont typeface="Arial" panose="020B0604020202020204" pitchFamily="34" charset="0"/>
              <a:buChar char="•"/>
            </a:pPr>
            <a:r>
              <a:rPr lang="en-GB" sz="2000" dirty="0"/>
              <a:t>This demo will provide a bit of insight into how the tool can be used to understand your CPP’s performance, explore areas for improvement, and identify other local areas that you may be able to learn from.</a:t>
            </a:r>
          </a:p>
          <a:p>
            <a:pPr marL="171450" indent="-171450">
              <a:buFont typeface="Arial" panose="020B0604020202020204" pitchFamily="34" charset="0"/>
              <a:buChar char="•"/>
            </a:pPr>
            <a:r>
              <a:rPr lang="en-GB" sz="2000" dirty="0"/>
              <a:t>First select your CPP area to explore the tool.</a:t>
            </a:r>
          </a:p>
        </p:txBody>
      </p:sp>
      <p:sp>
        <p:nvSpPr>
          <p:cNvPr id="4" name="Slide Number Placeholder 3"/>
          <p:cNvSpPr>
            <a:spLocks noGrp="1"/>
          </p:cNvSpPr>
          <p:nvPr>
            <p:ph type="sldNum" sz="quarter" idx="5"/>
          </p:nvPr>
        </p:nvSpPr>
        <p:spPr/>
        <p:txBody>
          <a:bodyPr/>
          <a:lstStyle/>
          <a:p>
            <a:fld id="{E8414D86-9E35-40D5-8254-02872BBC370F}" type="slidenum">
              <a:rPr lang="en-GB" smtClean="0"/>
              <a:t>7</a:t>
            </a:fld>
            <a:endParaRPr lang="en-GB"/>
          </a:p>
        </p:txBody>
      </p:sp>
    </p:spTree>
    <p:extLst>
      <p:ext uri="{BB962C8B-B14F-4D97-AF65-F5344CB8AC3E}">
        <p14:creationId xmlns:p14="http://schemas.microsoft.com/office/powerpoint/2010/main" val="10376877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sz="1400" dirty="0"/>
              <a:t>The CPP over time page allows you to see how your CPP has performed over time for a range of outcomes. You can see how this performance compares to the Scotland </a:t>
            </a:r>
            <a:r>
              <a:rPr lang="en-GB" dirty="0"/>
              <a:t>average or select a comparative CPP to compare with.  </a:t>
            </a:r>
          </a:p>
          <a:p>
            <a:pPr marL="171450" indent="-171450">
              <a:buFont typeface="Arial" panose="020B0604020202020204" pitchFamily="34" charset="0"/>
              <a:buChar char="•"/>
            </a:pPr>
            <a:r>
              <a:rPr lang="en-GB" dirty="0"/>
              <a:t>The coloured dots in the corner of each graph give an indication of how your CPP is performing compared to the comparator. Green means the CPP performed better in the most recent year and has improved at a faster rate. Red means the CPP performed poorer in the most recent year and has improved at a slower rate, whilst yellow means that one factor was better than the comparator, either performance or improvement over time. </a:t>
            </a:r>
          </a:p>
          <a:p>
            <a:pPr marL="171450" indent="-171450">
              <a:buFont typeface="Arial" panose="020B0604020202020204" pitchFamily="34" charset="0"/>
              <a:buChar char="•"/>
            </a:pPr>
            <a:r>
              <a:rPr lang="en-GB" dirty="0"/>
              <a:t>This visual allows you to scan across and gauge the CPP’s performance over the range of </a:t>
            </a:r>
            <a:r>
              <a:rPr lang="en-GB" dirty="0" err="1"/>
              <a:t>outomes</a:t>
            </a:r>
            <a:r>
              <a:rPr lang="en-GB" dirty="0"/>
              <a:t>, ideally aiming to see mostly  greens with very few reds.</a:t>
            </a:r>
          </a:p>
        </p:txBody>
      </p:sp>
      <p:sp>
        <p:nvSpPr>
          <p:cNvPr id="4" name="Slide Number Placeholder 3"/>
          <p:cNvSpPr>
            <a:spLocks noGrp="1"/>
          </p:cNvSpPr>
          <p:nvPr>
            <p:ph type="sldNum" sz="quarter" idx="5"/>
          </p:nvPr>
        </p:nvSpPr>
        <p:spPr/>
        <p:txBody>
          <a:bodyPr/>
          <a:lstStyle/>
          <a:p>
            <a:fld id="{E8414D86-9E35-40D5-8254-02872BBC370F}" type="slidenum">
              <a:rPr lang="en-GB" smtClean="0"/>
              <a:t>8</a:t>
            </a:fld>
            <a:endParaRPr lang="en-GB"/>
          </a:p>
        </p:txBody>
      </p:sp>
    </p:spTree>
    <p:extLst>
      <p:ext uri="{BB962C8B-B14F-4D97-AF65-F5344CB8AC3E}">
        <p14:creationId xmlns:p14="http://schemas.microsoft.com/office/powerpoint/2010/main" val="24990416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a:t>The Compare all CPP’s page allows you to see for the full range of indicators how your CPP compares with all other CPP’s in Scotland. It shows where performance for your CPP sits relative to other CPP’s as well as the Scotland average. There is also an option to select a CPP to compare which will highlight this comparators relative position. </a:t>
            </a:r>
          </a:p>
          <a:p>
            <a:pPr marL="171450" indent="-171450">
              <a:buFont typeface="Arial" panose="020B0604020202020204" pitchFamily="34" charset="0"/>
              <a:buChar char="•"/>
            </a:pPr>
            <a:r>
              <a:rPr lang="en-GB"/>
              <a:t>This page provides another useful tool for gauging relative performance across the full range of outcomes. All the graphs are ordered with the best performing CPP’s at the left-hand side at the poorer performing CPP’s at the right-hand side. Therefore, it can be used to visualise if your CPP has more outcomes with relatively good performance or relatively poor performance. </a:t>
            </a:r>
          </a:p>
        </p:txBody>
      </p:sp>
      <p:sp>
        <p:nvSpPr>
          <p:cNvPr id="4" name="Slide Number Placeholder 3"/>
          <p:cNvSpPr>
            <a:spLocks noGrp="1"/>
          </p:cNvSpPr>
          <p:nvPr>
            <p:ph type="sldNum" sz="quarter" idx="5"/>
          </p:nvPr>
        </p:nvSpPr>
        <p:spPr/>
        <p:txBody>
          <a:bodyPr/>
          <a:lstStyle/>
          <a:p>
            <a:fld id="{E8414D86-9E35-40D5-8254-02872BBC370F}" type="slidenum">
              <a:rPr lang="en-GB" smtClean="0"/>
              <a:t>9</a:t>
            </a:fld>
            <a:endParaRPr lang="en-GB"/>
          </a:p>
        </p:txBody>
      </p:sp>
    </p:spTree>
    <p:extLst>
      <p:ext uri="{BB962C8B-B14F-4D97-AF65-F5344CB8AC3E}">
        <p14:creationId xmlns:p14="http://schemas.microsoft.com/office/powerpoint/2010/main" val="42258350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a:t>The Compare Similar CPP’s page works on the same principles as the previous page however is shows your CPP’s performance relative to other similar CPP’s rather than all CPP’s.</a:t>
            </a:r>
          </a:p>
          <a:p>
            <a:pPr marL="171450" indent="-171450">
              <a:buFont typeface="Arial" panose="020B0604020202020204" pitchFamily="34" charset="0"/>
              <a:buChar char="•"/>
            </a:pPr>
            <a:r>
              <a:rPr lang="en-GB"/>
              <a:t>These similar CPP’s are defined as CPP’s with similar levels of deprivation. </a:t>
            </a:r>
          </a:p>
          <a:p>
            <a:pPr marL="171450" indent="-171450">
              <a:buFont typeface="Arial" panose="020B0604020202020204" pitchFamily="34" charset="0"/>
              <a:buChar char="•"/>
            </a:pPr>
            <a:r>
              <a:rPr lang="en-GB"/>
              <a:t>This allows you to see your relative performance to those areas that are most likely to experience similar challenges to your own. </a:t>
            </a:r>
          </a:p>
          <a:p>
            <a:pPr marL="171450" indent="-171450">
              <a:buFont typeface="Arial" panose="020B0604020202020204" pitchFamily="34" charset="0"/>
              <a:buChar char="•"/>
            </a:pPr>
            <a:r>
              <a:rPr lang="en-GB"/>
              <a:t>All three of these pages provide a good starting point for understanding how your CPP as a whole is performing and identify specific outcomes that are performing well or more poorly. </a:t>
            </a:r>
          </a:p>
        </p:txBody>
      </p:sp>
      <p:sp>
        <p:nvSpPr>
          <p:cNvPr id="4" name="Slide Number Placeholder 3"/>
          <p:cNvSpPr>
            <a:spLocks noGrp="1"/>
          </p:cNvSpPr>
          <p:nvPr>
            <p:ph type="sldNum" sz="quarter" idx="5"/>
          </p:nvPr>
        </p:nvSpPr>
        <p:spPr/>
        <p:txBody>
          <a:bodyPr/>
          <a:lstStyle/>
          <a:p>
            <a:fld id="{E8414D86-9E35-40D5-8254-02872BBC370F}" type="slidenum">
              <a:rPr lang="en-GB" smtClean="0"/>
              <a:t>10</a:t>
            </a:fld>
            <a:endParaRPr lang="en-GB"/>
          </a:p>
        </p:txBody>
      </p:sp>
    </p:spTree>
    <p:extLst>
      <p:ext uri="{BB962C8B-B14F-4D97-AF65-F5344CB8AC3E}">
        <p14:creationId xmlns:p14="http://schemas.microsoft.com/office/powerpoint/2010/main" val="17708195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a:t>The next two pages focus on inequality within the CPP and how this is changing.</a:t>
            </a:r>
          </a:p>
          <a:p>
            <a:pPr marL="171450" indent="-171450">
              <a:buFont typeface="Arial" panose="020B0604020202020204" pitchFamily="34" charset="0"/>
              <a:buChar char="•"/>
            </a:pPr>
            <a:r>
              <a:rPr lang="en-GB"/>
              <a:t>The Inequality Over Time page explores inequality across communities within your CPP. The table shows across a range of outcomes the most recent value for the most deprived community in your CPP and the least deprived community in your CPP. It shows a comparison with Scotland, or another CPP of your choosing. This enables you to see the gap between outcomes for your most and least deprived communities and see whether this gap is smaller or wider than across Scotland. It also allows you to see for which outcomes the gap is widest.</a:t>
            </a:r>
          </a:p>
          <a:p>
            <a:pPr marL="171450" indent="-171450">
              <a:buFont typeface="Arial" panose="020B0604020202020204" pitchFamily="34" charset="0"/>
              <a:buChar char="•"/>
            </a:pPr>
            <a:r>
              <a:rPr lang="en-GB"/>
              <a:t>Below this table is a series of graphs showing how inequality looks across all communities within the CPP. The analysis creates an index of inequality with a value of 0 in the middle representing perfect equality. Values above this line represent where income deprived communities experience poorer outcomes and values below this line represent where income deprived communities experience better outcomes. These graph show how inequality across communities in your CPP relative to Scotland or another comparator. Again, the dots are used to visualise how both performance in the most recent year and performance over time compares.  </a:t>
            </a:r>
          </a:p>
          <a:p>
            <a:pPr marL="171450" indent="-171450">
              <a:buFont typeface="Arial" panose="020B0604020202020204" pitchFamily="34" charset="0"/>
              <a:buChar char="•"/>
            </a:pPr>
            <a:r>
              <a:rPr lang="en-GB"/>
              <a:t>These are useful visuals for understanding the depth of inequality across different outcomes, how this compares to elsewhere and how this is changing over time. Ideally a CPP would be looking to have outcomes sitting close to the middle line and more green dots than red dots. </a:t>
            </a:r>
          </a:p>
        </p:txBody>
      </p:sp>
      <p:sp>
        <p:nvSpPr>
          <p:cNvPr id="4" name="Slide Number Placeholder 3"/>
          <p:cNvSpPr>
            <a:spLocks noGrp="1"/>
          </p:cNvSpPr>
          <p:nvPr>
            <p:ph type="sldNum" sz="quarter" idx="5"/>
          </p:nvPr>
        </p:nvSpPr>
        <p:spPr/>
        <p:txBody>
          <a:bodyPr/>
          <a:lstStyle/>
          <a:p>
            <a:fld id="{E8414D86-9E35-40D5-8254-02872BBC370F}" type="slidenum">
              <a:rPr lang="en-GB" smtClean="0"/>
              <a:t>11</a:t>
            </a:fld>
            <a:endParaRPr lang="en-GB"/>
          </a:p>
        </p:txBody>
      </p:sp>
    </p:spTree>
    <p:extLst>
      <p:ext uri="{BB962C8B-B14F-4D97-AF65-F5344CB8AC3E}">
        <p14:creationId xmlns:p14="http://schemas.microsoft.com/office/powerpoint/2010/main" val="8608450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a:t>The Vulnerable Communities page focuses on how outcomes for the most vulnerable communities within the CPP are changing. </a:t>
            </a:r>
          </a:p>
          <a:p>
            <a:pPr marL="171450" indent="-171450">
              <a:buFont typeface="Arial" panose="020B0604020202020204" pitchFamily="34" charset="0"/>
              <a:buChar char="•"/>
            </a:pPr>
            <a:r>
              <a:rPr lang="en-GB"/>
              <a:t>In the percentage change tab, for each outcome the rate of improvement is plotted for the 5 most vulnerable communities within the CPP compared with the CPP average. </a:t>
            </a:r>
          </a:p>
          <a:p>
            <a:pPr marL="171450" indent="-171450">
              <a:buFont typeface="Arial" panose="020B0604020202020204" pitchFamily="34" charset="0"/>
              <a:buChar char="•"/>
            </a:pPr>
            <a:r>
              <a:rPr lang="en-GB"/>
              <a:t>Ideally, we’re looking to see improvement in outcomes so want as many outcomes to show positive values. It’s also useful to understand how the rate of improvement compared between the most vulnerable communities and the CPP average. If the CPP average shows a greater rate of improvement then this means the inequality in outcomes is getting wider. </a:t>
            </a:r>
          </a:p>
        </p:txBody>
      </p:sp>
      <p:sp>
        <p:nvSpPr>
          <p:cNvPr id="4" name="Slide Number Placeholder 3"/>
          <p:cNvSpPr>
            <a:spLocks noGrp="1"/>
          </p:cNvSpPr>
          <p:nvPr>
            <p:ph type="sldNum" sz="quarter" idx="5"/>
          </p:nvPr>
        </p:nvSpPr>
        <p:spPr/>
        <p:txBody>
          <a:bodyPr/>
          <a:lstStyle/>
          <a:p>
            <a:fld id="{E8414D86-9E35-40D5-8254-02872BBC370F}" type="slidenum">
              <a:rPr lang="en-GB" smtClean="0"/>
              <a:t>12</a:t>
            </a:fld>
            <a:endParaRPr lang="en-GB"/>
          </a:p>
        </p:txBody>
      </p:sp>
    </p:spTree>
    <p:extLst>
      <p:ext uri="{BB962C8B-B14F-4D97-AF65-F5344CB8AC3E}">
        <p14:creationId xmlns:p14="http://schemas.microsoft.com/office/powerpoint/2010/main" val="24601222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a:t>In the Value change tab, the same 5 most vulnerable communities are plotted against the CPP average. The graph shows one indicator at a time, which can be selected using the drop down, and shows the value has changed from the base year to the most recent year for each of these communities. </a:t>
            </a:r>
          </a:p>
          <a:p>
            <a:pPr marL="171450" indent="-171450">
              <a:buFont typeface="Arial" panose="020B0604020202020204" pitchFamily="34" charset="0"/>
              <a:buChar char="•"/>
            </a:pPr>
            <a:r>
              <a:rPr lang="en-GB"/>
              <a:t>This is useful for highlighting the scale of improvement for vulnerable communities and the progress they are making relative to the CPP average. </a:t>
            </a:r>
          </a:p>
        </p:txBody>
      </p:sp>
      <p:sp>
        <p:nvSpPr>
          <p:cNvPr id="4" name="Slide Number Placeholder 3"/>
          <p:cNvSpPr>
            <a:spLocks noGrp="1"/>
          </p:cNvSpPr>
          <p:nvPr>
            <p:ph type="sldNum" sz="quarter" idx="5"/>
          </p:nvPr>
        </p:nvSpPr>
        <p:spPr/>
        <p:txBody>
          <a:bodyPr/>
          <a:lstStyle/>
          <a:p>
            <a:fld id="{E8414D86-9E35-40D5-8254-02872BBC370F}" type="slidenum">
              <a:rPr lang="en-GB" smtClean="0"/>
              <a:t>13</a:t>
            </a:fld>
            <a:endParaRPr lang="en-GB"/>
          </a:p>
        </p:txBody>
      </p:sp>
    </p:spTree>
    <p:extLst>
      <p:ext uri="{BB962C8B-B14F-4D97-AF65-F5344CB8AC3E}">
        <p14:creationId xmlns:p14="http://schemas.microsoft.com/office/powerpoint/2010/main" val="36186744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a:t>The next two pages focus on how all communities within the CPP are performing and how this compares to other communities in Scotland similar to these. </a:t>
            </a:r>
          </a:p>
          <a:p>
            <a:pPr marL="171450" indent="-171450">
              <a:buFont typeface="Arial" panose="020B0604020202020204" pitchFamily="34" charset="0"/>
              <a:buChar char="•"/>
            </a:pPr>
            <a:r>
              <a:rPr lang="en-GB"/>
              <a:t>The My Communities page has a visualisation of performance and improvement across the CPP. In the first column of this visualisation the communities within the CPP are ranked from those with the poorest outcomes to those with the best outcomes, when compared with the CPP average. This rank is a combined score of all the outcomes, but the outcomes included in this analysis can be selected and unselected at the top of the page.</a:t>
            </a:r>
          </a:p>
          <a:p>
            <a:pPr marL="171450" indent="-171450">
              <a:buFont typeface="Arial" panose="020B0604020202020204" pitchFamily="34" charset="0"/>
              <a:buChar char="•"/>
            </a:pPr>
            <a:r>
              <a:rPr lang="en-GB"/>
              <a:t>The remaining columns track the initial rankings of these communities by different criteria. </a:t>
            </a:r>
          </a:p>
          <a:p>
            <a:pPr marL="171450" indent="-171450">
              <a:buFont typeface="Arial" panose="020B0604020202020204" pitchFamily="34" charset="0"/>
              <a:buChar char="•"/>
            </a:pPr>
            <a:r>
              <a:rPr lang="en-GB"/>
              <a:t>The second column ranks communities within the CPP by outcomes in comparison to outcomes in other similar communities in Scotland. These similar communities are defined by demographic, income and rurality. </a:t>
            </a:r>
          </a:p>
          <a:p>
            <a:pPr marL="171450" indent="-171450">
              <a:buFont typeface="Arial" panose="020B0604020202020204" pitchFamily="34" charset="0"/>
              <a:buChar char="•"/>
            </a:pPr>
            <a:r>
              <a:rPr lang="en-GB"/>
              <a:t>The third column ranks communities by how much outcomes have improved compared to the CPP average, and the last column ranks communities by how much outcomes have improved compared to similar communities. </a:t>
            </a:r>
          </a:p>
          <a:p>
            <a:pPr marL="171450" indent="-171450">
              <a:buFont typeface="Arial" panose="020B0604020202020204" pitchFamily="34" charset="0"/>
              <a:buChar char="•"/>
            </a:pPr>
            <a:r>
              <a:rPr lang="en-GB"/>
              <a:t>This allows us to see how communities are performing, how they are improving and how they compare both to the average of communities within the CPP and similar communities </a:t>
            </a:r>
            <a:r>
              <a:rPr lang="en-GB" err="1"/>
              <a:t>outwith</a:t>
            </a:r>
            <a:r>
              <a:rPr lang="en-GB"/>
              <a:t> the CPP. </a:t>
            </a:r>
          </a:p>
          <a:p>
            <a:pPr marL="171450" indent="-171450">
              <a:buFont typeface="Arial" panose="020B0604020202020204" pitchFamily="34" charset="0"/>
              <a:buChar char="•"/>
            </a:pPr>
            <a:r>
              <a:rPr lang="en-GB"/>
              <a:t>Looking at communities with the poorest outcomes in the first column, we would hope that they may have better outcomes when compare to similar CPP’s and would also be hoping to see that they are improving at a faster rate than the CPP average and other similar communities. </a:t>
            </a:r>
          </a:p>
          <a:p>
            <a:pPr marL="171450" indent="-171450">
              <a:buFont typeface="Arial" panose="020B0604020202020204" pitchFamily="34" charset="0"/>
              <a:buChar char="•"/>
            </a:pPr>
            <a:r>
              <a:rPr lang="en-GB"/>
              <a:t>The box at the top gives a quick overview of what percentage of communities within the CPP are performing better than expected, when compared with other similar communities. </a:t>
            </a:r>
          </a:p>
          <a:p>
            <a:pPr marL="171450" indent="-171450">
              <a:buFont typeface="Arial" panose="020B0604020202020204" pitchFamily="34" charset="0"/>
              <a:buChar char="•"/>
            </a:pPr>
            <a:endParaRPr lang="en-GB"/>
          </a:p>
        </p:txBody>
      </p:sp>
      <p:sp>
        <p:nvSpPr>
          <p:cNvPr id="4" name="Slide Number Placeholder 3"/>
          <p:cNvSpPr>
            <a:spLocks noGrp="1"/>
          </p:cNvSpPr>
          <p:nvPr>
            <p:ph type="sldNum" sz="quarter" idx="5"/>
          </p:nvPr>
        </p:nvSpPr>
        <p:spPr/>
        <p:txBody>
          <a:bodyPr/>
          <a:lstStyle/>
          <a:p>
            <a:fld id="{E8414D86-9E35-40D5-8254-02872BBC370F}" type="slidenum">
              <a:rPr lang="en-GB" smtClean="0"/>
              <a:t>14</a:t>
            </a:fld>
            <a:endParaRPr lang="en-GB"/>
          </a:p>
        </p:txBody>
      </p:sp>
    </p:spTree>
    <p:extLst>
      <p:ext uri="{BB962C8B-B14F-4D97-AF65-F5344CB8AC3E}">
        <p14:creationId xmlns:p14="http://schemas.microsoft.com/office/powerpoint/2010/main" val="39565378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a:t>The Community Profile page follows a similar premise as the previous tab with ranking communities and tracking how this changes for different criteria. </a:t>
            </a:r>
          </a:p>
          <a:p>
            <a:pPr marL="171450" indent="-171450">
              <a:buFont typeface="Arial" panose="020B0604020202020204" pitchFamily="34" charset="0"/>
              <a:buChar char="•"/>
            </a:pPr>
            <a:r>
              <a:rPr lang="en-GB"/>
              <a:t>In the first column of the visualisation, a selected community within your CPP is ranked against similar communities in Scotland based on outcome performance. The selected community can be changed as well as the outcomes included in the analysis. </a:t>
            </a:r>
          </a:p>
          <a:p>
            <a:pPr marL="171450" indent="-171450">
              <a:buFont typeface="Arial" panose="020B0604020202020204" pitchFamily="34" charset="0"/>
              <a:buChar char="•"/>
            </a:pPr>
            <a:r>
              <a:rPr lang="en-GB"/>
              <a:t>In the second column, the selected community is then ranked against similar communities based on how outcomes have improved over time. </a:t>
            </a:r>
          </a:p>
          <a:p>
            <a:pPr marL="171450" indent="-171450">
              <a:buFont typeface="Arial" panose="020B0604020202020204" pitchFamily="34" charset="0"/>
              <a:buChar char="•"/>
            </a:pPr>
            <a:r>
              <a:rPr lang="en-GB"/>
              <a:t>This analysis is useful for examining individual communities more closely to understand performance relative to comparative areas and potentially identify areas with similar features which may have better performance and therefore may have learning to share. </a:t>
            </a:r>
          </a:p>
          <a:p>
            <a:pPr marL="171450" indent="-171450">
              <a:buFont typeface="Arial" panose="020B0604020202020204" pitchFamily="34" charset="0"/>
              <a:buChar char="•"/>
            </a:pPr>
            <a:r>
              <a:rPr lang="en-GB"/>
              <a:t>The graphs on the page also allow us to see these changes over time for the selected community and selected comparators. </a:t>
            </a:r>
          </a:p>
        </p:txBody>
      </p:sp>
      <p:sp>
        <p:nvSpPr>
          <p:cNvPr id="4" name="Slide Number Placeholder 3"/>
          <p:cNvSpPr>
            <a:spLocks noGrp="1"/>
          </p:cNvSpPr>
          <p:nvPr>
            <p:ph type="sldNum" sz="quarter" idx="5"/>
          </p:nvPr>
        </p:nvSpPr>
        <p:spPr/>
        <p:txBody>
          <a:bodyPr/>
          <a:lstStyle/>
          <a:p>
            <a:fld id="{E8414D86-9E35-40D5-8254-02872BBC370F}" type="slidenum">
              <a:rPr lang="en-GB" smtClean="0"/>
              <a:t>15</a:t>
            </a:fld>
            <a:endParaRPr lang="en-GB"/>
          </a:p>
        </p:txBody>
      </p:sp>
    </p:spTree>
    <p:extLst>
      <p:ext uri="{BB962C8B-B14F-4D97-AF65-F5344CB8AC3E}">
        <p14:creationId xmlns:p14="http://schemas.microsoft.com/office/powerpoint/2010/main" val="39156349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a:t>The All Communities page shows individual graphs for each community within the CPP. The graph shows performance over time for one of the selected outcomes and shows how the communities performance compares to the overall CPP performance as well as performance across Scotland. </a:t>
            </a:r>
          </a:p>
          <a:p>
            <a:pPr marL="171450" indent="-171450">
              <a:buFont typeface="Arial" panose="020B0604020202020204" pitchFamily="34" charset="0"/>
              <a:buChar char="•"/>
            </a:pPr>
            <a:r>
              <a:rPr lang="en-GB"/>
              <a:t>This is useful for visualising how performance is changing over time across communities and identifying specific communities that vary.</a:t>
            </a:r>
          </a:p>
        </p:txBody>
      </p:sp>
      <p:sp>
        <p:nvSpPr>
          <p:cNvPr id="4" name="Slide Number Placeholder 3"/>
          <p:cNvSpPr>
            <a:spLocks noGrp="1"/>
          </p:cNvSpPr>
          <p:nvPr>
            <p:ph type="sldNum" sz="quarter" idx="5"/>
          </p:nvPr>
        </p:nvSpPr>
        <p:spPr/>
        <p:txBody>
          <a:bodyPr/>
          <a:lstStyle/>
          <a:p>
            <a:fld id="{E8414D86-9E35-40D5-8254-02872BBC370F}" type="slidenum">
              <a:rPr lang="en-GB" smtClean="0"/>
              <a:t>16</a:t>
            </a:fld>
            <a:endParaRPr lang="en-GB"/>
          </a:p>
        </p:txBody>
      </p:sp>
    </p:spTree>
    <p:extLst>
      <p:ext uri="{BB962C8B-B14F-4D97-AF65-F5344CB8AC3E}">
        <p14:creationId xmlns:p14="http://schemas.microsoft.com/office/powerpoint/2010/main" val="18602062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a:t>Lastly, the data zone comparison page shows performance for communities broken down to a more granular data zone level. </a:t>
            </a:r>
          </a:p>
          <a:p>
            <a:pPr marL="171450" indent="-171450">
              <a:buFont typeface="Arial" panose="020B0604020202020204" pitchFamily="34" charset="0"/>
              <a:buChar char="•"/>
            </a:pPr>
            <a:r>
              <a:rPr lang="en-GB"/>
              <a:t>The maps show for the selected community how performance compares across the area. The colours represent the ranking of the data zone across all data zones in the CPP. This allows you to see within communities if there are concentrated areas of poorer outcomes. </a:t>
            </a:r>
          </a:p>
        </p:txBody>
      </p:sp>
      <p:sp>
        <p:nvSpPr>
          <p:cNvPr id="4" name="Slide Number Placeholder 3"/>
          <p:cNvSpPr>
            <a:spLocks noGrp="1"/>
          </p:cNvSpPr>
          <p:nvPr>
            <p:ph type="sldNum" sz="quarter" idx="5"/>
          </p:nvPr>
        </p:nvSpPr>
        <p:spPr/>
        <p:txBody>
          <a:bodyPr/>
          <a:lstStyle/>
          <a:p>
            <a:fld id="{E8414D86-9E35-40D5-8254-02872BBC370F}" type="slidenum">
              <a:rPr lang="en-GB" smtClean="0"/>
              <a:t>17</a:t>
            </a:fld>
            <a:endParaRPr lang="en-GB"/>
          </a:p>
        </p:txBody>
      </p:sp>
    </p:spTree>
    <p:extLst>
      <p:ext uri="{BB962C8B-B14F-4D97-AF65-F5344CB8AC3E}">
        <p14:creationId xmlns:p14="http://schemas.microsoft.com/office/powerpoint/2010/main" val="20235791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a:t>How and where used</a:t>
            </a:r>
          </a:p>
        </p:txBody>
      </p:sp>
      <p:sp>
        <p:nvSpPr>
          <p:cNvPr id="4" name="Slide Number Placeholder 3"/>
          <p:cNvSpPr>
            <a:spLocks noGrp="1"/>
          </p:cNvSpPr>
          <p:nvPr>
            <p:ph type="sldNum" sz="quarter" idx="5"/>
          </p:nvPr>
        </p:nvSpPr>
        <p:spPr/>
        <p:txBody>
          <a:bodyPr/>
          <a:lstStyle/>
          <a:p>
            <a:fld id="{E8414D86-9E35-40D5-8254-02872BBC370F}" type="slidenum">
              <a:rPr lang="en-GB" smtClean="0"/>
              <a:t>18</a:t>
            </a:fld>
            <a:endParaRPr lang="en-GB"/>
          </a:p>
        </p:txBody>
      </p:sp>
    </p:spTree>
    <p:extLst>
      <p:ext uri="{BB962C8B-B14F-4D97-AF65-F5344CB8AC3E}">
        <p14:creationId xmlns:p14="http://schemas.microsoft.com/office/powerpoint/2010/main" val="36971004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a:t>Use regularly for strategic assessment</a:t>
            </a:r>
          </a:p>
          <a:p>
            <a:pPr marL="171450" indent="-171450">
              <a:buFont typeface="Arial" panose="020B0604020202020204" pitchFamily="34" charset="0"/>
              <a:buChar char="•"/>
            </a:pPr>
            <a:r>
              <a:rPr lang="en-GB"/>
              <a:t>Draw on data and analysis – esp. comparison with similar areas</a:t>
            </a:r>
          </a:p>
          <a:p>
            <a:pPr marL="171450" indent="-171450">
              <a:buFont typeface="Arial" panose="020B0604020202020204" pitchFamily="34" charset="0"/>
              <a:buChar char="•"/>
            </a:pPr>
            <a:r>
              <a:rPr lang="en-GB"/>
              <a:t>Strat Assessments used for prioritisation</a:t>
            </a:r>
          </a:p>
        </p:txBody>
      </p:sp>
      <p:sp>
        <p:nvSpPr>
          <p:cNvPr id="4" name="Slide Number Placeholder 3"/>
          <p:cNvSpPr>
            <a:spLocks noGrp="1"/>
          </p:cNvSpPr>
          <p:nvPr>
            <p:ph type="sldNum" sz="quarter" idx="5"/>
          </p:nvPr>
        </p:nvSpPr>
        <p:spPr/>
        <p:txBody>
          <a:bodyPr/>
          <a:lstStyle/>
          <a:p>
            <a:fld id="{2A5508B8-1FA7-42AC-B718-2D3C6335A572}" type="slidenum">
              <a:rPr lang="en-GB" smtClean="0"/>
              <a:t>19</a:t>
            </a:fld>
            <a:endParaRPr lang="en-GB"/>
          </a:p>
        </p:txBody>
      </p:sp>
    </p:spTree>
    <p:extLst>
      <p:ext uri="{BB962C8B-B14F-4D97-AF65-F5344CB8AC3E}">
        <p14:creationId xmlns:p14="http://schemas.microsoft.com/office/powerpoint/2010/main" val="32010650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To help with his – Fife has their own custom setting in the dashboard , which allows them to compare areas within each strategic area</a:t>
            </a:r>
          </a:p>
        </p:txBody>
      </p:sp>
      <p:sp>
        <p:nvSpPr>
          <p:cNvPr id="4" name="Slide Number Placeholder 3"/>
          <p:cNvSpPr>
            <a:spLocks noGrp="1"/>
          </p:cNvSpPr>
          <p:nvPr>
            <p:ph type="sldNum" sz="quarter" idx="5"/>
          </p:nvPr>
        </p:nvSpPr>
        <p:spPr/>
        <p:txBody>
          <a:bodyPr/>
          <a:lstStyle/>
          <a:p>
            <a:fld id="{2A5508B8-1FA7-42AC-B718-2D3C6335A572}" type="slidenum">
              <a:rPr lang="en-GB" smtClean="0"/>
              <a:t>20</a:t>
            </a:fld>
            <a:endParaRPr lang="en-GB"/>
          </a:p>
        </p:txBody>
      </p:sp>
    </p:spTree>
    <p:extLst>
      <p:ext uri="{BB962C8B-B14F-4D97-AF65-F5344CB8AC3E}">
        <p14:creationId xmlns:p14="http://schemas.microsoft.com/office/powerpoint/2010/main" val="32672136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-Prioritise</a:t>
            </a:r>
          </a:p>
          <a:p>
            <a:r>
              <a:rPr lang="en-GB" sz="12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-data from other sources to identify the 2 most vulnerable communities</a:t>
            </a:r>
          </a:p>
          <a:p>
            <a:r>
              <a:rPr lang="en-GB" sz="12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-issues including reducing child poverty, improving educational attainment, and improving employment opportunities in better paid jobs</a:t>
            </a:r>
          </a:p>
          <a:p>
            <a:r>
              <a:rPr lang="en-GB" sz="12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-Ongoing review</a:t>
            </a:r>
          </a:p>
        </p:txBody>
      </p:sp>
      <p:sp>
        <p:nvSpPr>
          <p:cNvPr id="4" name="Slide Number Placeholder 3"/>
          <p:cNvSpPr>
            <a:spLocks noGrp="1"/>
          </p:cNvSpPr>
          <p:nvPr>
            <p:ph type="sldNum" sz="quarter" idx="5"/>
          </p:nvPr>
        </p:nvSpPr>
        <p:spPr/>
        <p:txBody>
          <a:bodyPr/>
          <a:lstStyle/>
          <a:p>
            <a:fld id="{2A5508B8-1FA7-42AC-B718-2D3C6335A572}" type="slidenum">
              <a:rPr lang="en-GB" smtClean="0"/>
              <a:t>21</a:t>
            </a:fld>
            <a:endParaRPr lang="en-GB"/>
          </a:p>
        </p:txBody>
      </p:sp>
    </p:spTree>
    <p:extLst>
      <p:ext uri="{BB962C8B-B14F-4D97-AF65-F5344CB8AC3E}">
        <p14:creationId xmlns:p14="http://schemas.microsoft.com/office/powerpoint/2010/main" val="34449537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Shaping Places for Wellbeing – national programme between PHS and IS – 7 towns to embed place based approaches</a:t>
            </a:r>
          </a:p>
          <a:p>
            <a:r>
              <a:rPr lang="en-GB" sz="12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First step was quantitative profiling</a:t>
            </a:r>
          </a:p>
          <a:p>
            <a:r>
              <a:rPr lang="en-GB" sz="12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Dunoon - https://www.improvementservice.org.uk/__data/assets/pdf_file/0022/48307/Shaping-Places-for-Wellbeing-Dunoon-Profile.pdf </a:t>
            </a:r>
          </a:p>
          <a:p>
            <a:r>
              <a:rPr lang="en-GB" sz="1400">
                <a:effectLst/>
                <a:latin typeface="Calibri" panose="020F0502020204030204" pitchFamily="34" charset="0"/>
                <a:ea typeface="Calibri" panose="020F0502020204030204" pitchFamily="34" charset="0"/>
                <a:cs typeface="Times New Roman" panose="02020603050405020304" pitchFamily="18" charset="0"/>
              </a:rPr>
              <a:t>-Useful as a good data source </a:t>
            </a:r>
          </a:p>
          <a:p>
            <a:r>
              <a:rPr lang="en-GB" sz="1400">
                <a:effectLst/>
                <a:latin typeface="Calibri" panose="020F0502020204030204" pitchFamily="34" charset="0"/>
                <a:ea typeface="Calibri" panose="020F0502020204030204" pitchFamily="34" charset="0"/>
                <a:cs typeface="Times New Roman" panose="02020603050405020304" pitchFamily="18" charset="0"/>
              </a:rPr>
              <a:t>-Wider cohort of PHS colleagues interested in some of the more advanced analysis</a:t>
            </a:r>
          </a:p>
          <a:p>
            <a:endParaRPr lang="en-GB"/>
          </a:p>
        </p:txBody>
      </p:sp>
      <p:sp>
        <p:nvSpPr>
          <p:cNvPr id="4" name="Slide Number Placeholder 3"/>
          <p:cNvSpPr>
            <a:spLocks noGrp="1"/>
          </p:cNvSpPr>
          <p:nvPr>
            <p:ph type="sldNum" sz="quarter" idx="5"/>
          </p:nvPr>
        </p:nvSpPr>
        <p:spPr/>
        <p:txBody>
          <a:bodyPr/>
          <a:lstStyle/>
          <a:p>
            <a:fld id="{2A5508B8-1FA7-42AC-B718-2D3C6335A572}" type="slidenum">
              <a:rPr lang="en-GB" smtClean="0"/>
              <a:t>22</a:t>
            </a:fld>
            <a:endParaRPr lang="en-GB"/>
          </a:p>
        </p:txBody>
      </p:sp>
    </p:spTree>
    <p:extLst>
      <p:ext uri="{BB962C8B-B14F-4D97-AF65-F5344CB8AC3E}">
        <p14:creationId xmlns:p14="http://schemas.microsoft.com/office/powerpoint/2010/main" val="17066698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2A5508B8-1FA7-42AC-B718-2D3C6335A572}" type="slidenum">
              <a:rPr lang="en-GB" smtClean="0"/>
              <a:t>23</a:t>
            </a:fld>
            <a:endParaRPr lang="en-GB"/>
          </a:p>
        </p:txBody>
      </p:sp>
    </p:spTree>
    <p:extLst>
      <p:ext uri="{BB962C8B-B14F-4D97-AF65-F5344CB8AC3E}">
        <p14:creationId xmlns:p14="http://schemas.microsoft.com/office/powerpoint/2010/main" val="12148317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8D308-6DE3-A644-8B20-FA026DAAA8E2}"/>
              </a:ext>
            </a:extLst>
          </p:cNvPr>
          <p:cNvSpPr>
            <a:spLocks noGrp="1"/>
          </p:cNvSpPr>
          <p:nvPr>
            <p:ph type="ctrTitle"/>
          </p:nvPr>
        </p:nvSpPr>
        <p:spPr>
          <a:xfrm>
            <a:off x="1143000" y="1122363"/>
            <a:ext cx="6858000" cy="2387600"/>
          </a:xfrm>
        </p:spPr>
        <p:txBody>
          <a:bodyPr anchor="b"/>
          <a:lstStyle>
            <a:lvl1pPr algn="ctr">
              <a:defRPr sz="4500"/>
            </a:lvl1pPr>
          </a:lstStyle>
          <a:p>
            <a:r>
              <a:rPr lang="en-GB"/>
              <a:t>Click to edit Master title style</a:t>
            </a:r>
            <a:endParaRPr lang="en-US"/>
          </a:p>
        </p:txBody>
      </p:sp>
      <p:sp>
        <p:nvSpPr>
          <p:cNvPr id="3" name="Subtitle 2">
            <a:extLst>
              <a:ext uri="{FF2B5EF4-FFF2-40B4-BE49-F238E27FC236}">
                <a16:creationId xmlns:a16="http://schemas.microsoft.com/office/drawing/2014/main" id="{85747012-11FA-3F4F-A035-BE5ECF39CB23}"/>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176CC8BF-F8B8-354C-9B16-028DB28CDC0E}"/>
              </a:ext>
            </a:extLst>
          </p:cNvPr>
          <p:cNvSpPr>
            <a:spLocks noGrp="1"/>
          </p:cNvSpPr>
          <p:nvPr>
            <p:ph type="dt" sz="half" idx="10"/>
          </p:nvPr>
        </p:nvSpPr>
        <p:spPr/>
        <p:txBody>
          <a:bodyPr/>
          <a:lstStyle/>
          <a:p>
            <a:fld id="{08E2A554-AE14-CB41-AE8E-78E7B10B9E21}" type="datetimeFigureOut">
              <a:rPr lang="en-US" smtClean="0"/>
              <a:t>11/25/2024</a:t>
            </a:fld>
            <a:endParaRPr lang="en-US"/>
          </a:p>
        </p:txBody>
      </p:sp>
      <p:sp>
        <p:nvSpPr>
          <p:cNvPr id="5" name="Footer Placeholder 4">
            <a:extLst>
              <a:ext uri="{FF2B5EF4-FFF2-40B4-BE49-F238E27FC236}">
                <a16:creationId xmlns:a16="http://schemas.microsoft.com/office/drawing/2014/main" id="{E2072CFE-8F1C-C743-91AD-3CC626EFD7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1CCCC5-EBAF-AB4C-8647-1E362FB9AC15}"/>
              </a:ext>
            </a:extLst>
          </p:cNvPr>
          <p:cNvSpPr>
            <a:spLocks noGrp="1"/>
          </p:cNvSpPr>
          <p:nvPr>
            <p:ph type="sldNum" sz="quarter" idx="12"/>
          </p:nvPr>
        </p:nvSpPr>
        <p:spPr/>
        <p:txBody>
          <a:bodyPr/>
          <a:lstStyle/>
          <a:p>
            <a:fld id="{F72B1056-3B3C-EB44-975C-54A882B718DE}" type="slidenum">
              <a:rPr lang="en-US" smtClean="0"/>
              <a:t>‹#›</a:t>
            </a:fld>
            <a:endParaRPr lang="en-US"/>
          </a:p>
        </p:txBody>
      </p:sp>
    </p:spTree>
    <p:extLst>
      <p:ext uri="{BB962C8B-B14F-4D97-AF65-F5344CB8AC3E}">
        <p14:creationId xmlns:p14="http://schemas.microsoft.com/office/powerpoint/2010/main" val="16184166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04FA9-09AF-E448-AECE-04B7759C1FC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2CE3C7D0-DC5E-B643-BB1B-87FDDD44C86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388667B-ED58-404F-97F0-8A9179CD3728}"/>
              </a:ext>
            </a:extLst>
          </p:cNvPr>
          <p:cNvSpPr>
            <a:spLocks noGrp="1"/>
          </p:cNvSpPr>
          <p:nvPr>
            <p:ph type="dt" sz="half" idx="10"/>
          </p:nvPr>
        </p:nvSpPr>
        <p:spPr/>
        <p:txBody>
          <a:bodyPr/>
          <a:lstStyle/>
          <a:p>
            <a:fld id="{08E2A554-AE14-CB41-AE8E-78E7B10B9E21}" type="datetimeFigureOut">
              <a:rPr lang="en-US" smtClean="0"/>
              <a:t>11/25/2024</a:t>
            </a:fld>
            <a:endParaRPr lang="en-US"/>
          </a:p>
        </p:txBody>
      </p:sp>
      <p:sp>
        <p:nvSpPr>
          <p:cNvPr id="5" name="Footer Placeholder 4">
            <a:extLst>
              <a:ext uri="{FF2B5EF4-FFF2-40B4-BE49-F238E27FC236}">
                <a16:creationId xmlns:a16="http://schemas.microsoft.com/office/drawing/2014/main" id="{406D2E79-4322-2D4B-8F68-AC2AE4726D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102BE8B-8949-A341-BBF2-4327D7A8663A}"/>
              </a:ext>
            </a:extLst>
          </p:cNvPr>
          <p:cNvSpPr>
            <a:spLocks noGrp="1"/>
          </p:cNvSpPr>
          <p:nvPr>
            <p:ph type="sldNum" sz="quarter" idx="12"/>
          </p:nvPr>
        </p:nvSpPr>
        <p:spPr/>
        <p:txBody>
          <a:bodyPr/>
          <a:lstStyle/>
          <a:p>
            <a:fld id="{F72B1056-3B3C-EB44-975C-54A882B718DE}" type="slidenum">
              <a:rPr lang="en-US" smtClean="0"/>
              <a:t>‹#›</a:t>
            </a:fld>
            <a:endParaRPr lang="en-US"/>
          </a:p>
        </p:txBody>
      </p:sp>
    </p:spTree>
    <p:extLst>
      <p:ext uri="{BB962C8B-B14F-4D97-AF65-F5344CB8AC3E}">
        <p14:creationId xmlns:p14="http://schemas.microsoft.com/office/powerpoint/2010/main" val="5130052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AE5A7-5442-4047-94D5-BB83BB032DFA}"/>
              </a:ext>
            </a:extLst>
          </p:cNvPr>
          <p:cNvSpPr>
            <a:spLocks noGrp="1"/>
          </p:cNvSpPr>
          <p:nvPr>
            <p:ph type="title"/>
          </p:nvPr>
        </p:nvSpPr>
        <p:spPr>
          <a:xfrm>
            <a:off x="623888" y="1709739"/>
            <a:ext cx="7886700" cy="2852737"/>
          </a:xfrm>
        </p:spPr>
        <p:txBody>
          <a:bodyPr anchor="b"/>
          <a:lstStyle>
            <a:lvl1pPr>
              <a:defRPr sz="45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63A501D7-B946-E942-970E-76227C43C9F4}"/>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CF0426C3-8163-C94F-B368-D8DF3EA78599}"/>
              </a:ext>
            </a:extLst>
          </p:cNvPr>
          <p:cNvSpPr>
            <a:spLocks noGrp="1"/>
          </p:cNvSpPr>
          <p:nvPr>
            <p:ph type="dt" sz="half" idx="10"/>
          </p:nvPr>
        </p:nvSpPr>
        <p:spPr/>
        <p:txBody>
          <a:bodyPr/>
          <a:lstStyle/>
          <a:p>
            <a:fld id="{08E2A554-AE14-CB41-AE8E-78E7B10B9E21}" type="datetimeFigureOut">
              <a:rPr lang="en-US" smtClean="0"/>
              <a:t>11/25/2024</a:t>
            </a:fld>
            <a:endParaRPr lang="en-US"/>
          </a:p>
        </p:txBody>
      </p:sp>
      <p:sp>
        <p:nvSpPr>
          <p:cNvPr id="5" name="Footer Placeholder 4">
            <a:extLst>
              <a:ext uri="{FF2B5EF4-FFF2-40B4-BE49-F238E27FC236}">
                <a16:creationId xmlns:a16="http://schemas.microsoft.com/office/drawing/2014/main" id="{084CBD03-A7D7-084F-923A-C999E1230E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93C9D7-33E9-2F43-ADBA-4EF9E0E5C844}"/>
              </a:ext>
            </a:extLst>
          </p:cNvPr>
          <p:cNvSpPr>
            <a:spLocks noGrp="1"/>
          </p:cNvSpPr>
          <p:nvPr>
            <p:ph type="sldNum" sz="quarter" idx="12"/>
          </p:nvPr>
        </p:nvSpPr>
        <p:spPr/>
        <p:txBody>
          <a:bodyPr/>
          <a:lstStyle/>
          <a:p>
            <a:fld id="{F72B1056-3B3C-EB44-975C-54A882B718DE}" type="slidenum">
              <a:rPr lang="en-US" smtClean="0"/>
              <a:t>‹#›</a:t>
            </a:fld>
            <a:endParaRPr lang="en-US"/>
          </a:p>
        </p:txBody>
      </p:sp>
    </p:spTree>
    <p:extLst>
      <p:ext uri="{BB962C8B-B14F-4D97-AF65-F5344CB8AC3E}">
        <p14:creationId xmlns:p14="http://schemas.microsoft.com/office/powerpoint/2010/main" val="4841858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A854D-F550-8B4D-95A1-8CEB7633238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34EB0411-037A-7841-899E-6C70033D92D0}"/>
              </a:ext>
            </a:extLst>
          </p:cNvPr>
          <p:cNvSpPr>
            <a:spLocks noGrp="1"/>
          </p:cNvSpPr>
          <p:nvPr>
            <p:ph sz="half" idx="1"/>
          </p:nvPr>
        </p:nvSpPr>
        <p:spPr>
          <a:xfrm>
            <a:off x="6286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671F342-B194-B741-8DD3-8D5AC713D6DA}"/>
              </a:ext>
            </a:extLst>
          </p:cNvPr>
          <p:cNvSpPr>
            <a:spLocks noGrp="1"/>
          </p:cNvSpPr>
          <p:nvPr>
            <p:ph sz="half" idx="2"/>
          </p:nvPr>
        </p:nvSpPr>
        <p:spPr>
          <a:xfrm>
            <a:off x="46291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3B9494E-E385-1640-AC95-FEDA20D1F2F3}"/>
              </a:ext>
            </a:extLst>
          </p:cNvPr>
          <p:cNvSpPr>
            <a:spLocks noGrp="1"/>
          </p:cNvSpPr>
          <p:nvPr>
            <p:ph type="dt" sz="half" idx="10"/>
          </p:nvPr>
        </p:nvSpPr>
        <p:spPr/>
        <p:txBody>
          <a:bodyPr/>
          <a:lstStyle/>
          <a:p>
            <a:fld id="{08E2A554-AE14-CB41-AE8E-78E7B10B9E21}" type="datetimeFigureOut">
              <a:rPr lang="en-US" smtClean="0"/>
              <a:t>11/25/2024</a:t>
            </a:fld>
            <a:endParaRPr lang="en-US"/>
          </a:p>
        </p:txBody>
      </p:sp>
      <p:sp>
        <p:nvSpPr>
          <p:cNvPr id="6" name="Footer Placeholder 5">
            <a:extLst>
              <a:ext uri="{FF2B5EF4-FFF2-40B4-BE49-F238E27FC236}">
                <a16:creationId xmlns:a16="http://schemas.microsoft.com/office/drawing/2014/main" id="{AF759BF0-ABC0-E74B-8619-37B1C24DA3A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145DAB4-4F2D-E84F-8C53-4395B8EFCB36}"/>
              </a:ext>
            </a:extLst>
          </p:cNvPr>
          <p:cNvSpPr>
            <a:spLocks noGrp="1"/>
          </p:cNvSpPr>
          <p:nvPr>
            <p:ph type="sldNum" sz="quarter" idx="12"/>
          </p:nvPr>
        </p:nvSpPr>
        <p:spPr/>
        <p:txBody>
          <a:bodyPr/>
          <a:lstStyle/>
          <a:p>
            <a:fld id="{F72B1056-3B3C-EB44-975C-54A882B718DE}" type="slidenum">
              <a:rPr lang="en-US" smtClean="0"/>
              <a:t>‹#›</a:t>
            </a:fld>
            <a:endParaRPr lang="en-US"/>
          </a:p>
        </p:txBody>
      </p:sp>
    </p:spTree>
    <p:extLst>
      <p:ext uri="{BB962C8B-B14F-4D97-AF65-F5344CB8AC3E}">
        <p14:creationId xmlns:p14="http://schemas.microsoft.com/office/powerpoint/2010/main" val="4576290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927E6-7D7E-6B4D-B097-1AEFDF8C48B1}"/>
              </a:ext>
            </a:extLst>
          </p:cNvPr>
          <p:cNvSpPr>
            <a:spLocks noGrp="1"/>
          </p:cNvSpPr>
          <p:nvPr>
            <p:ph type="title"/>
          </p:nvPr>
        </p:nvSpPr>
        <p:spPr>
          <a:xfrm>
            <a:off x="629841" y="365126"/>
            <a:ext cx="78867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0C0749B-865D-AE4F-95F2-3072526F5F9B}"/>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4" name="Content Placeholder 3">
            <a:extLst>
              <a:ext uri="{FF2B5EF4-FFF2-40B4-BE49-F238E27FC236}">
                <a16:creationId xmlns:a16="http://schemas.microsoft.com/office/drawing/2014/main" id="{8E2361A8-D4D1-DF48-9CD0-C6048B87FA9E}"/>
              </a:ext>
            </a:extLst>
          </p:cNvPr>
          <p:cNvSpPr>
            <a:spLocks noGrp="1"/>
          </p:cNvSpPr>
          <p:nvPr>
            <p:ph sz="half" idx="2"/>
          </p:nvPr>
        </p:nvSpPr>
        <p:spPr>
          <a:xfrm>
            <a:off x="629842" y="2505075"/>
            <a:ext cx="3868340"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AFA8706C-533F-A143-A695-229E4BBBD38D}"/>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6" name="Content Placeholder 5">
            <a:extLst>
              <a:ext uri="{FF2B5EF4-FFF2-40B4-BE49-F238E27FC236}">
                <a16:creationId xmlns:a16="http://schemas.microsoft.com/office/drawing/2014/main" id="{2637C2C9-C1F9-D745-9970-80EEEA65811E}"/>
              </a:ext>
            </a:extLst>
          </p:cNvPr>
          <p:cNvSpPr>
            <a:spLocks noGrp="1"/>
          </p:cNvSpPr>
          <p:nvPr>
            <p:ph sz="quarter" idx="4"/>
          </p:nvPr>
        </p:nvSpPr>
        <p:spPr>
          <a:xfrm>
            <a:off x="4629150" y="2505075"/>
            <a:ext cx="3887391"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9CBF7FAB-7688-C74C-97BB-14FE4897588C}"/>
              </a:ext>
            </a:extLst>
          </p:cNvPr>
          <p:cNvSpPr>
            <a:spLocks noGrp="1"/>
          </p:cNvSpPr>
          <p:nvPr>
            <p:ph type="dt" sz="half" idx="10"/>
          </p:nvPr>
        </p:nvSpPr>
        <p:spPr/>
        <p:txBody>
          <a:bodyPr/>
          <a:lstStyle/>
          <a:p>
            <a:fld id="{08E2A554-AE14-CB41-AE8E-78E7B10B9E21}" type="datetimeFigureOut">
              <a:rPr lang="en-US" smtClean="0"/>
              <a:t>11/25/2024</a:t>
            </a:fld>
            <a:endParaRPr lang="en-US"/>
          </a:p>
        </p:txBody>
      </p:sp>
      <p:sp>
        <p:nvSpPr>
          <p:cNvPr id="8" name="Footer Placeholder 7">
            <a:extLst>
              <a:ext uri="{FF2B5EF4-FFF2-40B4-BE49-F238E27FC236}">
                <a16:creationId xmlns:a16="http://schemas.microsoft.com/office/drawing/2014/main" id="{984B2211-9EA4-BB49-9DE1-CB9E1B6C86C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F2A9F22-38D2-7344-9EA6-68C37ACF9AF5}"/>
              </a:ext>
            </a:extLst>
          </p:cNvPr>
          <p:cNvSpPr>
            <a:spLocks noGrp="1"/>
          </p:cNvSpPr>
          <p:nvPr>
            <p:ph type="sldNum" sz="quarter" idx="12"/>
          </p:nvPr>
        </p:nvSpPr>
        <p:spPr/>
        <p:txBody>
          <a:bodyPr/>
          <a:lstStyle/>
          <a:p>
            <a:fld id="{F72B1056-3B3C-EB44-975C-54A882B718DE}" type="slidenum">
              <a:rPr lang="en-US" smtClean="0"/>
              <a:t>‹#›</a:t>
            </a:fld>
            <a:endParaRPr lang="en-US"/>
          </a:p>
        </p:txBody>
      </p:sp>
    </p:spTree>
    <p:extLst>
      <p:ext uri="{BB962C8B-B14F-4D97-AF65-F5344CB8AC3E}">
        <p14:creationId xmlns:p14="http://schemas.microsoft.com/office/powerpoint/2010/main" val="5373893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4007B-C442-3D42-A0C0-D8FC1D0720A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2F5C7BBA-5563-C642-BEB6-7BC128197191}"/>
              </a:ext>
            </a:extLst>
          </p:cNvPr>
          <p:cNvSpPr>
            <a:spLocks noGrp="1"/>
          </p:cNvSpPr>
          <p:nvPr>
            <p:ph type="dt" sz="half" idx="10"/>
          </p:nvPr>
        </p:nvSpPr>
        <p:spPr/>
        <p:txBody>
          <a:bodyPr/>
          <a:lstStyle/>
          <a:p>
            <a:fld id="{08E2A554-AE14-CB41-AE8E-78E7B10B9E21}" type="datetimeFigureOut">
              <a:rPr lang="en-US" smtClean="0"/>
              <a:t>11/25/2024</a:t>
            </a:fld>
            <a:endParaRPr lang="en-US"/>
          </a:p>
        </p:txBody>
      </p:sp>
      <p:sp>
        <p:nvSpPr>
          <p:cNvPr id="4" name="Footer Placeholder 3">
            <a:extLst>
              <a:ext uri="{FF2B5EF4-FFF2-40B4-BE49-F238E27FC236}">
                <a16:creationId xmlns:a16="http://schemas.microsoft.com/office/drawing/2014/main" id="{BA13C05D-137B-3945-97E1-11462E40BBF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880BC62-28C4-FD40-B0AD-428A00C45EA9}"/>
              </a:ext>
            </a:extLst>
          </p:cNvPr>
          <p:cNvSpPr>
            <a:spLocks noGrp="1"/>
          </p:cNvSpPr>
          <p:nvPr>
            <p:ph type="sldNum" sz="quarter" idx="12"/>
          </p:nvPr>
        </p:nvSpPr>
        <p:spPr/>
        <p:txBody>
          <a:bodyPr/>
          <a:lstStyle/>
          <a:p>
            <a:fld id="{F72B1056-3B3C-EB44-975C-54A882B718DE}" type="slidenum">
              <a:rPr lang="en-US" smtClean="0"/>
              <a:t>‹#›</a:t>
            </a:fld>
            <a:endParaRPr lang="en-US"/>
          </a:p>
        </p:txBody>
      </p:sp>
    </p:spTree>
    <p:extLst>
      <p:ext uri="{BB962C8B-B14F-4D97-AF65-F5344CB8AC3E}">
        <p14:creationId xmlns:p14="http://schemas.microsoft.com/office/powerpoint/2010/main" val="4884725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F3704D-5676-F141-8E71-06AFE18EC237}"/>
              </a:ext>
            </a:extLst>
          </p:cNvPr>
          <p:cNvSpPr>
            <a:spLocks noGrp="1"/>
          </p:cNvSpPr>
          <p:nvPr>
            <p:ph type="dt" sz="half" idx="10"/>
          </p:nvPr>
        </p:nvSpPr>
        <p:spPr/>
        <p:txBody>
          <a:bodyPr/>
          <a:lstStyle/>
          <a:p>
            <a:fld id="{08E2A554-AE14-CB41-AE8E-78E7B10B9E21}" type="datetimeFigureOut">
              <a:rPr lang="en-US" smtClean="0"/>
              <a:t>11/25/2024</a:t>
            </a:fld>
            <a:endParaRPr lang="en-US"/>
          </a:p>
        </p:txBody>
      </p:sp>
      <p:sp>
        <p:nvSpPr>
          <p:cNvPr id="3" name="Footer Placeholder 2">
            <a:extLst>
              <a:ext uri="{FF2B5EF4-FFF2-40B4-BE49-F238E27FC236}">
                <a16:creationId xmlns:a16="http://schemas.microsoft.com/office/drawing/2014/main" id="{82B7854E-82F3-204E-B308-2871A79351F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990821E-703B-7644-8CC8-561D92A34680}"/>
              </a:ext>
            </a:extLst>
          </p:cNvPr>
          <p:cNvSpPr>
            <a:spLocks noGrp="1"/>
          </p:cNvSpPr>
          <p:nvPr>
            <p:ph type="sldNum" sz="quarter" idx="12"/>
          </p:nvPr>
        </p:nvSpPr>
        <p:spPr/>
        <p:txBody>
          <a:bodyPr/>
          <a:lstStyle/>
          <a:p>
            <a:fld id="{F72B1056-3B3C-EB44-975C-54A882B718DE}" type="slidenum">
              <a:rPr lang="en-US" smtClean="0"/>
              <a:t>‹#›</a:t>
            </a:fld>
            <a:endParaRPr lang="en-US"/>
          </a:p>
        </p:txBody>
      </p:sp>
    </p:spTree>
    <p:extLst>
      <p:ext uri="{BB962C8B-B14F-4D97-AF65-F5344CB8AC3E}">
        <p14:creationId xmlns:p14="http://schemas.microsoft.com/office/powerpoint/2010/main" val="31241438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AC790-9922-564B-A67F-3442A6D6A151}"/>
              </a:ext>
            </a:extLst>
          </p:cNvPr>
          <p:cNvSpPr>
            <a:spLocks noGrp="1"/>
          </p:cNvSpPr>
          <p:nvPr>
            <p:ph type="title"/>
          </p:nvPr>
        </p:nvSpPr>
        <p:spPr>
          <a:xfrm>
            <a:off x="629841" y="457200"/>
            <a:ext cx="2949178" cy="1600200"/>
          </a:xfrm>
        </p:spPr>
        <p:txBody>
          <a:bodyPr anchor="b"/>
          <a:lstStyle>
            <a:lvl1pPr>
              <a:defRPr sz="24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DA7810D2-8B49-1A40-BFF9-84AFDF53BBDF}"/>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51A2F1F2-A441-D347-9E90-2B3913022404}"/>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a:extLst>
              <a:ext uri="{FF2B5EF4-FFF2-40B4-BE49-F238E27FC236}">
                <a16:creationId xmlns:a16="http://schemas.microsoft.com/office/drawing/2014/main" id="{76C276A8-BF44-7E4C-AFD2-4B68280870DF}"/>
              </a:ext>
            </a:extLst>
          </p:cNvPr>
          <p:cNvSpPr>
            <a:spLocks noGrp="1"/>
          </p:cNvSpPr>
          <p:nvPr>
            <p:ph type="dt" sz="half" idx="10"/>
          </p:nvPr>
        </p:nvSpPr>
        <p:spPr/>
        <p:txBody>
          <a:bodyPr/>
          <a:lstStyle/>
          <a:p>
            <a:fld id="{08E2A554-AE14-CB41-AE8E-78E7B10B9E21}" type="datetimeFigureOut">
              <a:rPr lang="en-US" smtClean="0"/>
              <a:t>11/25/2024</a:t>
            </a:fld>
            <a:endParaRPr lang="en-US"/>
          </a:p>
        </p:txBody>
      </p:sp>
      <p:sp>
        <p:nvSpPr>
          <p:cNvPr id="6" name="Footer Placeholder 5">
            <a:extLst>
              <a:ext uri="{FF2B5EF4-FFF2-40B4-BE49-F238E27FC236}">
                <a16:creationId xmlns:a16="http://schemas.microsoft.com/office/drawing/2014/main" id="{58790607-3643-0845-A596-9EC31BDBE8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DA41BAC-FD7F-B54A-B655-E3BC1FC32F08}"/>
              </a:ext>
            </a:extLst>
          </p:cNvPr>
          <p:cNvSpPr>
            <a:spLocks noGrp="1"/>
          </p:cNvSpPr>
          <p:nvPr>
            <p:ph type="sldNum" sz="quarter" idx="12"/>
          </p:nvPr>
        </p:nvSpPr>
        <p:spPr/>
        <p:txBody>
          <a:bodyPr/>
          <a:lstStyle/>
          <a:p>
            <a:fld id="{F72B1056-3B3C-EB44-975C-54A882B718DE}" type="slidenum">
              <a:rPr lang="en-US" smtClean="0"/>
              <a:t>‹#›</a:t>
            </a:fld>
            <a:endParaRPr lang="en-US"/>
          </a:p>
        </p:txBody>
      </p:sp>
    </p:spTree>
    <p:extLst>
      <p:ext uri="{BB962C8B-B14F-4D97-AF65-F5344CB8AC3E}">
        <p14:creationId xmlns:p14="http://schemas.microsoft.com/office/powerpoint/2010/main" val="33385530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8A8CF-AD05-104B-AB19-2D7A0AF3B3F0}"/>
              </a:ext>
            </a:extLst>
          </p:cNvPr>
          <p:cNvSpPr>
            <a:spLocks noGrp="1"/>
          </p:cNvSpPr>
          <p:nvPr>
            <p:ph type="title"/>
          </p:nvPr>
        </p:nvSpPr>
        <p:spPr>
          <a:xfrm>
            <a:off x="629841" y="457200"/>
            <a:ext cx="2949178" cy="1600200"/>
          </a:xfrm>
        </p:spPr>
        <p:txBody>
          <a:bodyPr anchor="b"/>
          <a:lstStyle>
            <a:lvl1pPr>
              <a:defRPr sz="24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C501FB30-2C82-4246-8AED-EA11BFE15737}"/>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56C53133-7729-B346-85E3-59A75DD1A9A9}"/>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a:extLst>
              <a:ext uri="{FF2B5EF4-FFF2-40B4-BE49-F238E27FC236}">
                <a16:creationId xmlns:a16="http://schemas.microsoft.com/office/drawing/2014/main" id="{508ECD8A-8F26-FA42-9ED5-A2FDD350D14A}"/>
              </a:ext>
            </a:extLst>
          </p:cNvPr>
          <p:cNvSpPr>
            <a:spLocks noGrp="1"/>
          </p:cNvSpPr>
          <p:nvPr>
            <p:ph type="dt" sz="half" idx="10"/>
          </p:nvPr>
        </p:nvSpPr>
        <p:spPr/>
        <p:txBody>
          <a:bodyPr/>
          <a:lstStyle/>
          <a:p>
            <a:fld id="{08E2A554-AE14-CB41-AE8E-78E7B10B9E21}" type="datetimeFigureOut">
              <a:rPr lang="en-US" smtClean="0"/>
              <a:t>11/25/2024</a:t>
            </a:fld>
            <a:endParaRPr lang="en-US"/>
          </a:p>
        </p:txBody>
      </p:sp>
      <p:sp>
        <p:nvSpPr>
          <p:cNvPr id="6" name="Footer Placeholder 5">
            <a:extLst>
              <a:ext uri="{FF2B5EF4-FFF2-40B4-BE49-F238E27FC236}">
                <a16:creationId xmlns:a16="http://schemas.microsoft.com/office/drawing/2014/main" id="{9CE647D4-81DB-EB45-894E-12E24C8B7DD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0AE4141-99FF-4348-92EF-0D4CF537EABE}"/>
              </a:ext>
            </a:extLst>
          </p:cNvPr>
          <p:cNvSpPr>
            <a:spLocks noGrp="1"/>
          </p:cNvSpPr>
          <p:nvPr>
            <p:ph type="sldNum" sz="quarter" idx="12"/>
          </p:nvPr>
        </p:nvSpPr>
        <p:spPr/>
        <p:txBody>
          <a:bodyPr/>
          <a:lstStyle/>
          <a:p>
            <a:fld id="{F72B1056-3B3C-EB44-975C-54A882B718DE}" type="slidenum">
              <a:rPr lang="en-US" smtClean="0"/>
              <a:t>‹#›</a:t>
            </a:fld>
            <a:endParaRPr lang="en-US"/>
          </a:p>
        </p:txBody>
      </p:sp>
    </p:spTree>
    <p:extLst>
      <p:ext uri="{BB962C8B-B14F-4D97-AF65-F5344CB8AC3E}">
        <p14:creationId xmlns:p14="http://schemas.microsoft.com/office/powerpoint/2010/main" val="13136684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87466-8C41-9B44-9C5B-2AB60387884B}"/>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5762D338-BE7F-6A4D-B250-7BB833CED821}"/>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F6142CA-431E-5A41-899B-4621ABAB5B14}"/>
              </a:ext>
            </a:extLst>
          </p:cNvPr>
          <p:cNvSpPr>
            <a:spLocks noGrp="1"/>
          </p:cNvSpPr>
          <p:nvPr>
            <p:ph type="dt" sz="half" idx="10"/>
          </p:nvPr>
        </p:nvSpPr>
        <p:spPr/>
        <p:txBody>
          <a:bodyPr/>
          <a:lstStyle/>
          <a:p>
            <a:fld id="{08E2A554-AE14-CB41-AE8E-78E7B10B9E21}" type="datetimeFigureOut">
              <a:rPr lang="en-US" smtClean="0"/>
              <a:t>11/25/2024</a:t>
            </a:fld>
            <a:endParaRPr lang="en-US"/>
          </a:p>
        </p:txBody>
      </p:sp>
      <p:sp>
        <p:nvSpPr>
          <p:cNvPr id="5" name="Footer Placeholder 4">
            <a:extLst>
              <a:ext uri="{FF2B5EF4-FFF2-40B4-BE49-F238E27FC236}">
                <a16:creationId xmlns:a16="http://schemas.microsoft.com/office/drawing/2014/main" id="{2B14E578-694A-F94C-BFE5-E0C38CAC71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DCC8AE-5D76-8349-9869-B6FB2E3100DD}"/>
              </a:ext>
            </a:extLst>
          </p:cNvPr>
          <p:cNvSpPr>
            <a:spLocks noGrp="1"/>
          </p:cNvSpPr>
          <p:nvPr>
            <p:ph type="sldNum" sz="quarter" idx="12"/>
          </p:nvPr>
        </p:nvSpPr>
        <p:spPr/>
        <p:txBody>
          <a:bodyPr/>
          <a:lstStyle/>
          <a:p>
            <a:fld id="{F72B1056-3B3C-EB44-975C-54A882B718DE}" type="slidenum">
              <a:rPr lang="en-US" smtClean="0"/>
              <a:t>‹#›</a:t>
            </a:fld>
            <a:endParaRPr lang="en-US"/>
          </a:p>
        </p:txBody>
      </p:sp>
    </p:spTree>
    <p:extLst>
      <p:ext uri="{BB962C8B-B14F-4D97-AF65-F5344CB8AC3E}">
        <p14:creationId xmlns:p14="http://schemas.microsoft.com/office/powerpoint/2010/main" val="35472638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1B448F7-26B8-CF44-AEE9-7F4B54AA68A2}"/>
              </a:ext>
            </a:extLst>
          </p:cNvPr>
          <p:cNvSpPr>
            <a:spLocks noGrp="1"/>
          </p:cNvSpPr>
          <p:nvPr>
            <p:ph type="title" orient="vert"/>
          </p:nvPr>
        </p:nvSpPr>
        <p:spPr>
          <a:xfrm>
            <a:off x="6543675" y="365125"/>
            <a:ext cx="1971675"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D83A143A-B5B4-7F41-AEED-D313832AD365}"/>
              </a:ext>
            </a:extLst>
          </p:cNvPr>
          <p:cNvSpPr>
            <a:spLocks noGrp="1"/>
          </p:cNvSpPr>
          <p:nvPr>
            <p:ph type="body" orient="vert" idx="1"/>
          </p:nvPr>
        </p:nvSpPr>
        <p:spPr>
          <a:xfrm>
            <a:off x="628650" y="365125"/>
            <a:ext cx="5800725"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DAB2FFD-CE83-8844-B0E0-8D9839CFE0AA}"/>
              </a:ext>
            </a:extLst>
          </p:cNvPr>
          <p:cNvSpPr>
            <a:spLocks noGrp="1"/>
          </p:cNvSpPr>
          <p:nvPr>
            <p:ph type="dt" sz="half" idx="10"/>
          </p:nvPr>
        </p:nvSpPr>
        <p:spPr/>
        <p:txBody>
          <a:bodyPr/>
          <a:lstStyle/>
          <a:p>
            <a:fld id="{08E2A554-AE14-CB41-AE8E-78E7B10B9E21}" type="datetimeFigureOut">
              <a:rPr lang="en-US" smtClean="0"/>
              <a:t>11/25/2024</a:t>
            </a:fld>
            <a:endParaRPr lang="en-US"/>
          </a:p>
        </p:txBody>
      </p:sp>
      <p:sp>
        <p:nvSpPr>
          <p:cNvPr id="5" name="Footer Placeholder 4">
            <a:extLst>
              <a:ext uri="{FF2B5EF4-FFF2-40B4-BE49-F238E27FC236}">
                <a16:creationId xmlns:a16="http://schemas.microsoft.com/office/drawing/2014/main" id="{5DC31EAF-E241-3647-A3EF-F6BC3C1C1D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1CC6D1-0731-4A41-8DCC-B9A6D5244103}"/>
              </a:ext>
            </a:extLst>
          </p:cNvPr>
          <p:cNvSpPr>
            <a:spLocks noGrp="1"/>
          </p:cNvSpPr>
          <p:nvPr>
            <p:ph type="sldNum" sz="quarter" idx="12"/>
          </p:nvPr>
        </p:nvSpPr>
        <p:spPr/>
        <p:txBody>
          <a:bodyPr/>
          <a:lstStyle/>
          <a:p>
            <a:fld id="{F72B1056-3B3C-EB44-975C-54A882B718DE}" type="slidenum">
              <a:rPr lang="en-US" smtClean="0"/>
              <a:t>‹#›</a:t>
            </a:fld>
            <a:endParaRPr lang="en-US"/>
          </a:p>
        </p:txBody>
      </p:sp>
    </p:spTree>
    <p:extLst>
      <p:ext uri="{BB962C8B-B14F-4D97-AF65-F5344CB8AC3E}">
        <p14:creationId xmlns:p14="http://schemas.microsoft.com/office/powerpoint/2010/main" val="33548939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E023918-48F6-AF4A-9790-0445D3F2A789}"/>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738CB8EB-7AA4-4545-9B6E-ADF9EFB8BB32}"/>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C3B8B87-F93D-F94F-B20F-2496B56C174A}"/>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08E2A554-AE14-CB41-AE8E-78E7B10B9E21}" type="datetimeFigureOut">
              <a:rPr lang="en-US" smtClean="0"/>
              <a:t>11/25/2024</a:t>
            </a:fld>
            <a:endParaRPr lang="en-US"/>
          </a:p>
        </p:txBody>
      </p:sp>
      <p:sp>
        <p:nvSpPr>
          <p:cNvPr id="5" name="Footer Placeholder 4">
            <a:extLst>
              <a:ext uri="{FF2B5EF4-FFF2-40B4-BE49-F238E27FC236}">
                <a16:creationId xmlns:a16="http://schemas.microsoft.com/office/drawing/2014/main" id="{B6C2A2DF-5987-9D42-88D0-21534A9DD4E8}"/>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D5BD33D-1FF5-D248-9230-1206E219396C}"/>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72B1056-3B3C-EB44-975C-54A882B718DE}" type="slidenum">
              <a:rPr lang="en-US" smtClean="0"/>
              <a:t>‹#›</a:t>
            </a:fld>
            <a:endParaRPr lang="en-US"/>
          </a:p>
        </p:txBody>
      </p:sp>
    </p:spTree>
    <p:extLst>
      <p:ext uri="{BB962C8B-B14F-4D97-AF65-F5344CB8AC3E}">
        <p14:creationId xmlns:p14="http://schemas.microsoft.com/office/powerpoint/2010/main" val="320363934"/>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jpeg"/><Relationship Id="rId7"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jpeg"/><Relationship Id="rId4" Type="http://schemas.openxmlformats.org/officeDocument/2006/relationships/image" Target="../media/image1.emf"/></Relationships>
</file>

<file path=ppt/slides/_rels/slide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2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tags" Target="../tags/tag4.xml"/><Relationship Id="rId7" Type="http://schemas.openxmlformats.org/officeDocument/2006/relationships/image" Target="../media/image26.pn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slideLayout" Target="../slideLayouts/slideLayout7.xml"/><Relationship Id="rId5" Type="http://schemas.openxmlformats.org/officeDocument/2006/relationships/tags" Target="../tags/tag6.xml"/><Relationship Id="rId4" Type="http://schemas.openxmlformats.org/officeDocument/2006/relationships/tags" Target="../tags/tag5.xml"/></Relationships>
</file>

<file path=ppt/slides/_rels/slide25.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tags" Target="../tags/tag9.xml"/><Relationship Id="rId7" Type="http://schemas.openxmlformats.org/officeDocument/2006/relationships/image" Target="../media/image26.png"/><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Layout" Target="../slideLayouts/slideLayout7.xml"/><Relationship Id="rId5" Type="http://schemas.openxmlformats.org/officeDocument/2006/relationships/tags" Target="../tags/tag11.xml"/><Relationship Id="rId4" Type="http://schemas.openxmlformats.org/officeDocument/2006/relationships/tags" Target="../tags/tag10.xml"/></Relationships>
</file>

<file path=ppt/slides/_rels/slide26.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tags" Target="../tags/tag14.xml"/><Relationship Id="rId7" Type="http://schemas.openxmlformats.org/officeDocument/2006/relationships/image" Target="../media/image26.png"/><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Layout" Target="../slideLayouts/slideLayout7.xml"/><Relationship Id="rId5" Type="http://schemas.openxmlformats.org/officeDocument/2006/relationships/tags" Target="../tags/tag16.xml"/><Relationship Id="rId4" Type="http://schemas.openxmlformats.org/officeDocument/2006/relationships/tags" Target="../tags/tag1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Triangle 8">
            <a:extLst>
              <a:ext uri="{FF2B5EF4-FFF2-40B4-BE49-F238E27FC236}">
                <a16:creationId xmlns:a16="http://schemas.microsoft.com/office/drawing/2014/main" id="{97915D97-B1D3-1C4F-AB15-DB7B1C539A03}"/>
              </a:ext>
            </a:extLst>
          </p:cNvPr>
          <p:cNvSpPr/>
          <p:nvPr/>
        </p:nvSpPr>
        <p:spPr>
          <a:xfrm rot="5400000">
            <a:off x="488230" y="2749232"/>
            <a:ext cx="6877052" cy="1340481"/>
          </a:xfrm>
          <a:prstGeom prst="triangle">
            <a:avLst/>
          </a:prstGeom>
          <a:solidFill>
            <a:srgbClr val="D1222B"/>
          </a:solidFill>
          <a:ln w="28575">
            <a:solidFill>
              <a:srgbClr val="D1222B">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7A96C94-5274-3F4D-9C67-9934585AB39F}"/>
              </a:ext>
            </a:extLst>
          </p:cNvPr>
          <p:cNvSpPr/>
          <p:nvPr/>
        </p:nvSpPr>
        <p:spPr>
          <a:xfrm>
            <a:off x="1" y="0"/>
            <a:ext cx="3269398" cy="6858000"/>
          </a:xfrm>
          <a:prstGeom prst="rect">
            <a:avLst/>
          </a:prstGeom>
          <a:solidFill>
            <a:srgbClr val="00324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C9B4CDC7-F157-EE43-81A7-294E115357CF}"/>
              </a:ext>
            </a:extLst>
          </p:cNvPr>
          <p:cNvPicPr>
            <a:picLocks noChangeAspect="1"/>
          </p:cNvPicPr>
          <p:nvPr/>
        </p:nvPicPr>
        <p:blipFill>
          <a:blip r:embed="rId3"/>
          <a:stretch>
            <a:fillRect/>
          </a:stretch>
        </p:blipFill>
        <p:spPr>
          <a:xfrm>
            <a:off x="480766" y="2616462"/>
            <a:ext cx="2609075" cy="1313019"/>
          </a:xfrm>
          <a:prstGeom prst="rect">
            <a:avLst/>
          </a:prstGeom>
        </p:spPr>
      </p:pic>
      <p:sp>
        <p:nvSpPr>
          <p:cNvPr id="8" name="TextBox 7">
            <a:extLst>
              <a:ext uri="{FF2B5EF4-FFF2-40B4-BE49-F238E27FC236}">
                <a16:creationId xmlns:a16="http://schemas.microsoft.com/office/drawing/2014/main" id="{3F936AEF-BA07-9443-8793-A9A49485A72C}"/>
              </a:ext>
            </a:extLst>
          </p:cNvPr>
          <p:cNvSpPr txBox="1"/>
          <p:nvPr/>
        </p:nvSpPr>
        <p:spPr>
          <a:xfrm>
            <a:off x="461912" y="4405384"/>
            <a:ext cx="2895280" cy="877163"/>
          </a:xfrm>
          <a:prstGeom prst="rect">
            <a:avLst/>
          </a:prstGeom>
          <a:noFill/>
        </p:spPr>
        <p:txBody>
          <a:bodyPr wrap="square" rtlCol="0">
            <a:spAutoFit/>
          </a:bodyPr>
          <a:lstStyle/>
          <a:p>
            <a:r>
              <a:rPr lang="en-US" sz="1700" i="1">
                <a:solidFill>
                  <a:schemeClr val="bg1"/>
                </a:solidFill>
                <a:latin typeface="Helvetica" pitchFamily="2" charset="0"/>
                <a:cs typeface="Arial" panose="020B0604020202020204" pitchFamily="34" charset="0"/>
              </a:rPr>
              <a:t>The ‘go to’ </a:t>
            </a:r>
            <a:r>
              <a:rPr lang="en-GB" sz="1700" i="1">
                <a:solidFill>
                  <a:schemeClr val="bg1"/>
                </a:solidFill>
                <a:latin typeface="Helvetica" pitchFamily="2" charset="0"/>
                <a:cs typeface="Arial" panose="020B0604020202020204" pitchFamily="34" charset="0"/>
              </a:rPr>
              <a:t>organisation</a:t>
            </a:r>
            <a:r>
              <a:rPr lang="en-US" sz="1700" i="1">
                <a:solidFill>
                  <a:schemeClr val="bg1"/>
                </a:solidFill>
                <a:latin typeface="Helvetica" pitchFamily="2" charset="0"/>
                <a:cs typeface="Arial" panose="020B0604020202020204" pitchFamily="34" charset="0"/>
              </a:rPr>
              <a:t> for Local Government improvement in Scotland</a:t>
            </a:r>
          </a:p>
        </p:txBody>
      </p:sp>
      <p:cxnSp>
        <p:nvCxnSpPr>
          <p:cNvPr id="17" name="Straight Connector 16">
            <a:extLst>
              <a:ext uri="{FF2B5EF4-FFF2-40B4-BE49-F238E27FC236}">
                <a16:creationId xmlns:a16="http://schemas.microsoft.com/office/drawing/2014/main" id="{77EED639-697D-B04A-AD5F-D244687083BB}"/>
              </a:ext>
            </a:extLst>
          </p:cNvPr>
          <p:cNvCxnSpPr>
            <a:cxnSpLocks/>
          </p:cNvCxnSpPr>
          <p:nvPr/>
        </p:nvCxnSpPr>
        <p:spPr>
          <a:xfrm>
            <a:off x="461912" y="4163407"/>
            <a:ext cx="2609076"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25" name="Triangle 24">
            <a:extLst>
              <a:ext uri="{FF2B5EF4-FFF2-40B4-BE49-F238E27FC236}">
                <a16:creationId xmlns:a16="http://schemas.microsoft.com/office/drawing/2014/main" id="{9A6DEA15-8065-4B49-A09D-A22E57EDB3C0}"/>
              </a:ext>
            </a:extLst>
          </p:cNvPr>
          <p:cNvSpPr/>
          <p:nvPr/>
        </p:nvSpPr>
        <p:spPr>
          <a:xfrm rot="5400000">
            <a:off x="390099" y="2847363"/>
            <a:ext cx="6877053" cy="1144220"/>
          </a:xfrm>
          <a:prstGeom prst="triangle">
            <a:avLst/>
          </a:prstGeom>
          <a:solidFill>
            <a:srgbClr val="00324F"/>
          </a:solidFill>
          <a:ln w="28575">
            <a:solidFill>
              <a:srgbClr val="00324F">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A17B2B6E-D4AE-B51D-D9A2-536B51280D00}"/>
              </a:ext>
            </a:extLst>
          </p:cNvPr>
          <p:cNvSpPr txBox="1"/>
          <p:nvPr/>
        </p:nvSpPr>
        <p:spPr>
          <a:xfrm>
            <a:off x="4701011" y="2727269"/>
            <a:ext cx="4232782" cy="1785104"/>
          </a:xfrm>
          <a:prstGeom prst="rect">
            <a:avLst/>
          </a:prstGeom>
          <a:noFill/>
        </p:spPr>
        <p:txBody>
          <a:bodyPr wrap="square" rtlCol="0">
            <a:spAutoFit/>
          </a:bodyPr>
          <a:lstStyle/>
          <a:p>
            <a:r>
              <a:rPr lang="en-GB" sz="2800" b="1"/>
              <a:t>Community Planning Outcomes Profile</a:t>
            </a:r>
          </a:p>
          <a:p>
            <a:endParaRPr lang="en-GB"/>
          </a:p>
          <a:p>
            <a:r>
              <a:rPr lang="en-GB"/>
              <a:t>Nick Cassidy – Research Manager</a:t>
            </a:r>
          </a:p>
          <a:p>
            <a:r>
              <a:rPr lang="en-GB"/>
              <a:t>Cara Connachan – Senior Research Officer</a:t>
            </a:r>
          </a:p>
        </p:txBody>
      </p:sp>
    </p:spTree>
    <p:extLst>
      <p:ext uri="{BB962C8B-B14F-4D97-AF65-F5344CB8AC3E}">
        <p14:creationId xmlns:p14="http://schemas.microsoft.com/office/powerpoint/2010/main" val="31853318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6DEE36F7-ADB3-3246-BD78-C41E4F77BEBF}"/>
              </a:ext>
            </a:extLst>
          </p:cNvPr>
          <p:cNvCxnSpPr>
            <a:cxnSpLocks/>
          </p:cNvCxnSpPr>
          <p:nvPr/>
        </p:nvCxnSpPr>
        <p:spPr>
          <a:xfrm>
            <a:off x="0" y="1022399"/>
            <a:ext cx="9144000" cy="0"/>
          </a:xfrm>
          <a:prstGeom prst="line">
            <a:avLst/>
          </a:prstGeom>
          <a:ln w="19050">
            <a:solidFill>
              <a:srgbClr val="03243D"/>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DD3B88B8-9994-574D-86F4-A852A4AB9BB8}"/>
              </a:ext>
            </a:extLst>
          </p:cNvPr>
          <p:cNvSpPr/>
          <p:nvPr/>
        </p:nvSpPr>
        <p:spPr>
          <a:xfrm>
            <a:off x="0" y="6251099"/>
            <a:ext cx="9144000" cy="606902"/>
          </a:xfrm>
          <a:prstGeom prst="rect">
            <a:avLst/>
          </a:prstGeom>
          <a:solidFill>
            <a:srgbClr val="03243D"/>
          </a:solidFill>
          <a:ln w="3175">
            <a:solidFill>
              <a:srgbClr val="2F528F">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
        <p:nvSpPr>
          <p:cNvPr id="8" name="TextBox 7">
            <a:extLst>
              <a:ext uri="{FF2B5EF4-FFF2-40B4-BE49-F238E27FC236}">
                <a16:creationId xmlns:a16="http://schemas.microsoft.com/office/drawing/2014/main" id="{35B3406E-80AC-D847-A030-7B1B0BA27B64}"/>
              </a:ext>
            </a:extLst>
          </p:cNvPr>
          <p:cNvSpPr txBox="1"/>
          <p:nvPr/>
        </p:nvSpPr>
        <p:spPr>
          <a:xfrm>
            <a:off x="116401" y="6400355"/>
            <a:ext cx="6183748" cy="307777"/>
          </a:xfrm>
          <a:prstGeom prst="rect">
            <a:avLst/>
          </a:prstGeom>
          <a:noFill/>
        </p:spPr>
        <p:txBody>
          <a:bodyPr wrap="square" rtlCol="0">
            <a:spAutoFit/>
          </a:bodyPr>
          <a:lstStyle/>
          <a:p>
            <a:pPr lvl="0"/>
            <a:r>
              <a:rPr lang="en-GB" sz="1400" i="1">
                <a:solidFill>
                  <a:schemeClr val="bg1"/>
                </a:solidFill>
                <a:latin typeface="Helvetica" pitchFamily="2" charset="0"/>
              </a:rPr>
              <a:t>The ‘go to’ organisation for Local Government improvement in Scotland</a:t>
            </a:r>
          </a:p>
        </p:txBody>
      </p:sp>
      <p:pic>
        <p:nvPicPr>
          <p:cNvPr id="11" name="Picture 10">
            <a:extLst>
              <a:ext uri="{FF2B5EF4-FFF2-40B4-BE49-F238E27FC236}">
                <a16:creationId xmlns:a16="http://schemas.microsoft.com/office/drawing/2014/main" id="{35A67A80-745E-8448-802F-9E7B53867113}"/>
              </a:ext>
            </a:extLst>
          </p:cNvPr>
          <p:cNvPicPr>
            <a:picLocks noChangeAspect="1"/>
          </p:cNvPicPr>
          <p:nvPr/>
        </p:nvPicPr>
        <p:blipFill>
          <a:blip r:embed="rId3"/>
          <a:stretch>
            <a:fillRect/>
          </a:stretch>
        </p:blipFill>
        <p:spPr>
          <a:xfrm>
            <a:off x="8007551" y="6311576"/>
            <a:ext cx="887817" cy="457200"/>
          </a:xfrm>
          <a:prstGeom prst="rect">
            <a:avLst/>
          </a:prstGeom>
        </p:spPr>
      </p:pic>
      <p:sp>
        <p:nvSpPr>
          <p:cNvPr id="9" name="Rectangle 8">
            <a:extLst>
              <a:ext uri="{FF2B5EF4-FFF2-40B4-BE49-F238E27FC236}">
                <a16:creationId xmlns:a16="http://schemas.microsoft.com/office/drawing/2014/main" id="{09944D84-D06D-8943-AB34-17A5C4ED12DB}"/>
              </a:ext>
            </a:extLst>
          </p:cNvPr>
          <p:cNvSpPr/>
          <p:nvPr/>
        </p:nvSpPr>
        <p:spPr>
          <a:xfrm>
            <a:off x="0" y="6165130"/>
            <a:ext cx="9144000" cy="104823"/>
          </a:xfrm>
          <a:prstGeom prst="rect">
            <a:avLst/>
          </a:prstGeom>
          <a:solidFill>
            <a:srgbClr val="D1222B"/>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57118014-C94D-0C4F-EBE6-C8D356A652DB}"/>
              </a:ext>
            </a:extLst>
          </p:cNvPr>
          <p:cNvSpPr txBox="1"/>
          <p:nvPr/>
        </p:nvSpPr>
        <p:spPr>
          <a:xfrm>
            <a:off x="116401" y="339044"/>
            <a:ext cx="4576194" cy="523220"/>
          </a:xfrm>
          <a:prstGeom prst="rect">
            <a:avLst/>
          </a:prstGeom>
          <a:noFill/>
        </p:spPr>
        <p:txBody>
          <a:bodyPr wrap="square">
            <a:spAutoFit/>
          </a:bodyPr>
          <a:lstStyle/>
          <a:p>
            <a:pPr algn="l"/>
            <a:r>
              <a:rPr lang="en-GB" sz="2800" b="1" i="0">
                <a:solidFill>
                  <a:srgbClr val="003A60"/>
                </a:solidFill>
                <a:effectLst/>
                <a:latin typeface="proxima-nova"/>
              </a:rPr>
              <a:t>What is the profile?</a:t>
            </a:r>
          </a:p>
        </p:txBody>
      </p:sp>
      <p:sp>
        <p:nvSpPr>
          <p:cNvPr id="6" name="TextBox 5">
            <a:extLst>
              <a:ext uri="{FF2B5EF4-FFF2-40B4-BE49-F238E27FC236}">
                <a16:creationId xmlns:a16="http://schemas.microsoft.com/office/drawing/2014/main" id="{399753D1-2268-3D27-CC44-3EC56AAB2365}"/>
              </a:ext>
            </a:extLst>
          </p:cNvPr>
          <p:cNvSpPr txBox="1"/>
          <p:nvPr/>
        </p:nvSpPr>
        <p:spPr>
          <a:xfrm>
            <a:off x="276429" y="1182535"/>
            <a:ext cx="7984702" cy="3477875"/>
          </a:xfrm>
          <a:prstGeom prst="rect">
            <a:avLst/>
          </a:prstGeom>
          <a:noFill/>
        </p:spPr>
        <p:txBody>
          <a:bodyPr wrap="square">
            <a:spAutoFit/>
          </a:bodyPr>
          <a:lstStyle/>
          <a:p>
            <a:pPr marL="285750" indent="-285750" algn="l">
              <a:buFont typeface="Arial" panose="020B0604020202020204" pitchFamily="34" charset="0"/>
              <a:buChar char="•"/>
            </a:pPr>
            <a:r>
              <a:rPr lang="en-GB" sz="2000" b="0" i="0">
                <a:solidFill>
                  <a:srgbClr val="003A60"/>
                </a:solidFill>
                <a:effectLst/>
                <a:latin typeface="proxima-nova"/>
              </a:rPr>
              <a:t>A tool to help you assess if the lives of people in your community are improving</a:t>
            </a:r>
          </a:p>
          <a:p>
            <a:pPr marL="285750" indent="-285750" algn="l">
              <a:buFont typeface="Arial" panose="020B0604020202020204" pitchFamily="34" charset="0"/>
              <a:buChar char="•"/>
            </a:pPr>
            <a:endParaRPr lang="en-GB" sz="2000" b="0" i="0">
              <a:solidFill>
                <a:srgbClr val="003A60"/>
              </a:solidFill>
              <a:effectLst/>
              <a:latin typeface="proxima-nova"/>
            </a:endParaRPr>
          </a:p>
          <a:p>
            <a:pPr marL="285750" indent="-285750" algn="l">
              <a:buFont typeface="Arial" panose="020B0604020202020204" pitchFamily="34" charset="0"/>
              <a:buChar char="•"/>
            </a:pPr>
            <a:r>
              <a:rPr lang="en-GB" sz="2000" b="0" i="0">
                <a:solidFill>
                  <a:srgbClr val="003A60"/>
                </a:solidFill>
                <a:effectLst/>
                <a:latin typeface="proxima-nova"/>
              </a:rPr>
              <a:t>A set of </a:t>
            </a:r>
            <a:r>
              <a:rPr lang="en-GB" sz="2000" b="1" i="0" u="sng">
                <a:solidFill>
                  <a:srgbClr val="003A60"/>
                </a:solidFill>
                <a:effectLst/>
                <a:latin typeface="proxima-nova"/>
              </a:rPr>
              <a:t>core measures on important life outcomes </a:t>
            </a:r>
            <a:r>
              <a:rPr lang="en-GB" sz="2000" b="0" i="0">
                <a:solidFill>
                  <a:srgbClr val="003A60"/>
                </a:solidFill>
                <a:effectLst/>
                <a:latin typeface="proxima-nova"/>
              </a:rPr>
              <a:t>including early years, older people, safer/stronger communities, health and wellbeing, and engagement with local communities</a:t>
            </a:r>
          </a:p>
          <a:p>
            <a:pPr marL="285750" indent="-285750" algn="l">
              <a:buFont typeface="Arial" panose="020B0604020202020204" pitchFamily="34" charset="0"/>
              <a:buChar char="•"/>
            </a:pPr>
            <a:endParaRPr lang="en-GB" sz="2000" b="0" i="0">
              <a:solidFill>
                <a:srgbClr val="003A60"/>
              </a:solidFill>
              <a:effectLst/>
              <a:latin typeface="proxima-nova"/>
            </a:endParaRPr>
          </a:p>
          <a:p>
            <a:pPr marL="285750" indent="-285750" algn="l">
              <a:buFont typeface="Arial" panose="020B0604020202020204" pitchFamily="34" charset="0"/>
              <a:buChar char="•"/>
            </a:pPr>
            <a:r>
              <a:rPr lang="en-GB" sz="2000" b="0" i="0">
                <a:solidFill>
                  <a:srgbClr val="003A60"/>
                </a:solidFill>
                <a:effectLst/>
                <a:latin typeface="proxima-nova"/>
              </a:rPr>
              <a:t>A consistent basis for measuring outcomes and inequalities of outcome in your area</a:t>
            </a:r>
          </a:p>
          <a:p>
            <a:pPr marL="285750" indent="-285750" algn="l">
              <a:buFont typeface="Arial" panose="020B0604020202020204" pitchFamily="34" charset="0"/>
              <a:buChar char="•"/>
            </a:pPr>
            <a:endParaRPr lang="en-GB" sz="2000">
              <a:solidFill>
                <a:srgbClr val="003A60"/>
              </a:solidFill>
              <a:latin typeface="proxima-nova"/>
            </a:endParaRPr>
          </a:p>
          <a:p>
            <a:pPr marL="285750" indent="-285750" algn="l">
              <a:buFont typeface="Arial" panose="020B0604020202020204" pitchFamily="34" charset="0"/>
              <a:buChar char="•"/>
            </a:pPr>
            <a:r>
              <a:rPr lang="en-GB" sz="2000" b="0" i="0">
                <a:solidFill>
                  <a:srgbClr val="003A60"/>
                </a:solidFill>
                <a:effectLst/>
                <a:latin typeface="proxima-nova"/>
              </a:rPr>
              <a:t>An analysis tool</a:t>
            </a:r>
          </a:p>
        </p:txBody>
      </p:sp>
      <p:pic>
        <p:nvPicPr>
          <p:cNvPr id="2052" name="Picture 4">
            <a:extLst>
              <a:ext uri="{FF2B5EF4-FFF2-40B4-BE49-F238E27FC236}">
                <a16:creationId xmlns:a16="http://schemas.microsoft.com/office/drawing/2014/main" id="{7FD4C03A-7D85-BFEF-0920-0AA794B558F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3166" b="15513"/>
          <a:stretch/>
        </p:blipFill>
        <p:spPr bwMode="auto">
          <a:xfrm>
            <a:off x="4692594" y="3780621"/>
            <a:ext cx="4451405" cy="23810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468263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300557" y="263776"/>
            <a:ext cx="8531006" cy="600038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100308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6DEE36F7-ADB3-3246-BD78-C41E4F77BEBF}"/>
              </a:ext>
            </a:extLst>
          </p:cNvPr>
          <p:cNvCxnSpPr>
            <a:cxnSpLocks/>
          </p:cNvCxnSpPr>
          <p:nvPr/>
        </p:nvCxnSpPr>
        <p:spPr>
          <a:xfrm>
            <a:off x="0" y="1022399"/>
            <a:ext cx="9144000" cy="0"/>
          </a:xfrm>
          <a:prstGeom prst="line">
            <a:avLst/>
          </a:prstGeom>
          <a:ln w="19050">
            <a:solidFill>
              <a:srgbClr val="03243D"/>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DD3B88B8-9994-574D-86F4-A852A4AB9BB8}"/>
              </a:ext>
            </a:extLst>
          </p:cNvPr>
          <p:cNvSpPr/>
          <p:nvPr/>
        </p:nvSpPr>
        <p:spPr>
          <a:xfrm>
            <a:off x="0" y="6251099"/>
            <a:ext cx="9144000" cy="606902"/>
          </a:xfrm>
          <a:prstGeom prst="rect">
            <a:avLst/>
          </a:prstGeom>
          <a:solidFill>
            <a:srgbClr val="03243D"/>
          </a:solidFill>
          <a:ln w="3175">
            <a:solidFill>
              <a:srgbClr val="2F528F">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
        <p:nvSpPr>
          <p:cNvPr id="8" name="TextBox 7">
            <a:extLst>
              <a:ext uri="{FF2B5EF4-FFF2-40B4-BE49-F238E27FC236}">
                <a16:creationId xmlns:a16="http://schemas.microsoft.com/office/drawing/2014/main" id="{35B3406E-80AC-D847-A030-7B1B0BA27B64}"/>
              </a:ext>
            </a:extLst>
          </p:cNvPr>
          <p:cNvSpPr txBox="1"/>
          <p:nvPr/>
        </p:nvSpPr>
        <p:spPr>
          <a:xfrm>
            <a:off x="116401" y="6400355"/>
            <a:ext cx="6183748" cy="307777"/>
          </a:xfrm>
          <a:prstGeom prst="rect">
            <a:avLst/>
          </a:prstGeom>
          <a:noFill/>
        </p:spPr>
        <p:txBody>
          <a:bodyPr wrap="square" rtlCol="0">
            <a:spAutoFit/>
          </a:bodyPr>
          <a:lstStyle/>
          <a:p>
            <a:pPr lvl="0"/>
            <a:r>
              <a:rPr lang="en-GB" sz="1400" i="1">
                <a:solidFill>
                  <a:schemeClr val="bg1"/>
                </a:solidFill>
                <a:latin typeface="Helvetica" pitchFamily="2" charset="0"/>
              </a:rPr>
              <a:t>The ‘go to’ organisation for Local Government improvement in Scotland</a:t>
            </a:r>
          </a:p>
        </p:txBody>
      </p:sp>
      <p:pic>
        <p:nvPicPr>
          <p:cNvPr id="11" name="Picture 10">
            <a:extLst>
              <a:ext uri="{FF2B5EF4-FFF2-40B4-BE49-F238E27FC236}">
                <a16:creationId xmlns:a16="http://schemas.microsoft.com/office/drawing/2014/main" id="{35A67A80-745E-8448-802F-9E7B53867113}"/>
              </a:ext>
            </a:extLst>
          </p:cNvPr>
          <p:cNvPicPr>
            <a:picLocks noChangeAspect="1"/>
          </p:cNvPicPr>
          <p:nvPr/>
        </p:nvPicPr>
        <p:blipFill>
          <a:blip r:embed="rId3"/>
          <a:stretch>
            <a:fillRect/>
          </a:stretch>
        </p:blipFill>
        <p:spPr>
          <a:xfrm>
            <a:off x="8007551" y="6311576"/>
            <a:ext cx="887817" cy="457200"/>
          </a:xfrm>
          <a:prstGeom prst="rect">
            <a:avLst/>
          </a:prstGeom>
        </p:spPr>
      </p:pic>
      <p:sp>
        <p:nvSpPr>
          <p:cNvPr id="9" name="Rectangle 8">
            <a:extLst>
              <a:ext uri="{FF2B5EF4-FFF2-40B4-BE49-F238E27FC236}">
                <a16:creationId xmlns:a16="http://schemas.microsoft.com/office/drawing/2014/main" id="{09944D84-D06D-8943-AB34-17A5C4ED12DB}"/>
              </a:ext>
            </a:extLst>
          </p:cNvPr>
          <p:cNvSpPr/>
          <p:nvPr/>
        </p:nvSpPr>
        <p:spPr>
          <a:xfrm>
            <a:off x="0" y="6165130"/>
            <a:ext cx="9144000" cy="104823"/>
          </a:xfrm>
          <a:prstGeom prst="rect">
            <a:avLst/>
          </a:prstGeom>
          <a:solidFill>
            <a:srgbClr val="D1222B"/>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8860432A-101F-B3FE-9AB7-F7F14039022A}"/>
              </a:ext>
            </a:extLst>
          </p:cNvPr>
          <p:cNvSpPr txBox="1"/>
          <p:nvPr/>
        </p:nvSpPr>
        <p:spPr>
          <a:xfrm>
            <a:off x="302756" y="360342"/>
            <a:ext cx="5686494" cy="523220"/>
          </a:xfrm>
          <a:prstGeom prst="rect">
            <a:avLst/>
          </a:prstGeom>
          <a:noFill/>
        </p:spPr>
        <p:txBody>
          <a:bodyPr wrap="square">
            <a:spAutoFit/>
          </a:bodyPr>
          <a:lstStyle/>
          <a:p>
            <a:pPr algn="l"/>
            <a:r>
              <a:rPr lang="en-GB" sz="2800" b="1" i="0">
                <a:solidFill>
                  <a:srgbClr val="003A60"/>
                </a:solidFill>
                <a:effectLst/>
                <a:latin typeface="proxima-nova"/>
              </a:rPr>
              <a:t>What does the profile tell you?</a:t>
            </a:r>
          </a:p>
        </p:txBody>
      </p:sp>
      <p:sp>
        <p:nvSpPr>
          <p:cNvPr id="6" name="TextBox 5">
            <a:extLst>
              <a:ext uri="{FF2B5EF4-FFF2-40B4-BE49-F238E27FC236}">
                <a16:creationId xmlns:a16="http://schemas.microsoft.com/office/drawing/2014/main" id="{733527DA-9B9C-686D-B18E-BDDBBAE098D0}"/>
              </a:ext>
            </a:extLst>
          </p:cNvPr>
          <p:cNvSpPr txBox="1"/>
          <p:nvPr/>
        </p:nvSpPr>
        <p:spPr>
          <a:xfrm>
            <a:off x="116401" y="1254458"/>
            <a:ext cx="5872850" cy="4401205"/>
          </a:xfrm>
          <a:prstGeom prst="rect">
            <a:avLst/>
          </a:prstGeom>
          <a:noFill/>
        </p:spPr>
        <p:txBody>
          <a:bodyPr wrap="square">
            <a:spAutoFit/>
          </a:bodyPr>
          <a:lstStyle/>
          <a:p>
            <a:pPr algn="l"/>
            <a:r>
              <a:rPr lang="en-GB" sz="2000" b="0" i="0">
                <a:solidFill>
                  <a:srgbClr val="003A60"/>
                </a:solidFill>
                <a:effectLst/>
                <a:latin typeface="proxima-nova"/>
              </a:rPr>
              <a:t>At a glance and in-depth analysis on:</a:t>
            </a:r>
          </a:p>
          <a:p>
            <a:pPr algn="l"/>
            <a:endParaRPr lang="en-GB" sz="2000" b="0" i="0">
              <a:solidFill>
                <a:srgbClr val="003A60"/>
              </a:solidFill>
              <a:effectLst/>
              <a:latin typeface="proxima-nova"/>
            </a:endParaRPr>
          </a:p>
          <a:p>
            <a:pPr marL="285750" indent="-285750" algn="l">
              <a:buFont typeface="Arial" panose="020B0604020202020204" pitchFamily="34" charset="0"/>
              <a:buChar char="•"/>
            </a:pPr>
            <a:r>
              <a:rPr lang="en-GB" sz="2000" b="0" i="0">
                <a:solidFill>
                  <a:srgbClr val="003A60"/>
                </a:solidFill>
                <a:effectLst/>
                <a:latin typeface="proxima-nova"/>
              </a:rPr>
              <a:t>The overall pattern of outcomes in your area and whether people's lives are improving</a:t>
            </a:r>
          </a:p>
          <a:p>
            <a:pPr marL="285750" indent="-285750" algn="l">
              <a:buFont typeface="Arial" panose="020B0604020202020204" pitchFamily="34" charset="0"/>
              <a:buChar char="•"/>
            </a:pPr>
            <a:endParaRPr lang="en-GB" sz="2000" b="0" i="0">
              <a:solidFill>
                <a:srgbClr val="003A60"/>
              </a:solidFill>
              <a:effectLst/>
              <a:latin typeface="proxima-nova"/>
            </a:endParaRPr>
          </a:p>
          <a:p>
            <a:pPr marL="285750" indent="-285750" algn="l">
              <a:buFont typeface="Arial" panose="020B0604020202020204" pitchFamily="34" charset="0"/>
              <a:buChar char="•"/>
            </a:pPr>
            <a:r>
              <a:rPr lang="en-GB" sz="2000" b="0" i="0">
                <a:solidFill>
                  <a:srgbClr val="003A60"/>
                </a:solidFill>
                <a:effectLst/>
                <a:latin typeface="proxima-nova"/>
              </a:rPr>
              <a:t>Whether inequality is increasing or decreasing over time</a:t>
            </a:r>
          </a:p>
          <a:p>
            <a:pPr marL="285750" indent="-285750" algn="l">
              <a:buFont typeface="Arial" panose="020B0604020202020204" pitchFamily="34" charset="0"/>
              <a:buChar char="•"/>
            </a:pPr>
            <a:endParaRPr lang="en-GB" sz="2000" b="0" i="0">
              <a:solidFill>
                <a:srgbClr val="003A60"/>
              </a:solidFill>
              <a:effectLst/>
              <a:latin typeface="proxima-nova"/>
            </a:endParaRPr>
          </a:p>
          <a:p>
            <a:pPr marL="285750" indent="-285750" algn="l">
              <a:buFont typeface="Arial" panose="020B0604020202020204" pitchFamily="34" charset="0"/>
              <a:buChar char="•"/>
            </a:pPr>
            <a:r>
              <a:rPr lang="en-GB" sz="2000" b="0" i="0">
                <a:solidFill>
                  <a:srgbClr val="003A60"/>
                </a:solidFill>
                <a:effectLst/>
                <a:latin typeface="proxima-nova"/>
              </a:rPr>
              <a:t>Which communities are faring well or not well for your areas and for similar communities across Scotland</a:t>
            </a:r>
          </a:p>
          <a:p>
            <a:pPr marL="285750" indent="-285750" algn="l">
              <a:buFont typeface="Arial" panose="020B0604020202020204" pitchFamily="34" charset="0"/>
              <a:buChar char="•"/>
            </a:pPr>
            <a:endParaRPr lang="en-GB" sz="2000" b="0" i="0">
              <a:solidFill>
                <a:srgbClr val="003A60"/>
              </a:solidFill>
              <a:effectLst/>
              <a:latin typeface="proxima-nova"/>
            </a:endParaRPr>
          </a:p>
          <a:p>
            <a:pPr marL="285750" indent="-285750" algn="l">
              <a:buFont typeface="Arial" panose="020B0604020202020204" pitchFamily="34" charset="0"/>
              <a:buChar char="•"/>
            </a:pPr>
            <a:r>
              <a:rPr lang="en-GB" sz="2000" b="0" i="0">
                <a:solidFill>
                  <a:srgbClr val="003A60"/>
                </a:solidFill>
                <a:effectLst/>
                <a:latin typeface="proxima-nova"/>
              </a:rPr>
              <a:t>Identify similar areas elsewhere in Scotland, creating opportunities for learning</a:t>
            </a:r>
          </a:p>
        </p:txBody>
      </p:sp>
      <p:pic>
        <p:nvPicPr>
          <p:cNvPr id="3074" name="Picture 2" descr="Shallow Focus Photo of a Person Holding Magnifying Glass · Free Stock Photo">
            <a:extLst>
              <a:ext uri="{FF2B5EF4-FFF2-40B4-BE49-F238E27FC236}">
                <a16:creationId xmlns:a16="http://schemas.microsoft.com/office/drawing/2014/main" id="{8F8FF8BA-8C43-0B09-947A-BFCF5FAC6EB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89250" y="1276509"/>
            <a:ext cx="2988554" cy="44828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25657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6DEE36F7-ADB3-3246-BD78-C41E4F77BEBF}"/>
              </a:ext>
            </a:extLst>
          </p:cNvPr>
          <p:cNvCxnSpPr>
            <a:cxnSpLocks/>
          </p:cNvCxnSpPr>
          <p:nvPr/>
        </p:nvCxnSpPr>
        <p:spPr>
          <a:xfrm>
            <a:off x="0" y="1022399"/>
            <a:ext cx="9144000" cy="0"/>
          </a:xfrm>
          <a:prstGeom prst="line">
            <a:avLst/>
          </a:prstGeom>
          <a:ln w="19050">
            <a:solidFill>
              <a:srgbClr val="03243D"/>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DD3B88B8-9994-574D-86F4-A852A4AB9BB8}"/>
              </a:ext>
            </a:extLst>
          </p:cNvPr>
          <p:cNvSpPr/>
          <p:nvPr/>
        </p:nvSpPr>
        <p:spPr>
          <a:xfrm>
            <a:off x="0" y="6251099"/>
            <a:ext cx="9144000" cy="606902"/>
          </a:xfrm>
          <a:prstGeom prst="rect">
            <a:avLst/>
          </a:prstGeom>
          <a:solidFill>
            <a:srgbClr val="03243D"/>
          </a:solidFill>
          <a:ln w="3175">
            <a:solidFill>
              <a:srgbClr val="2F528F">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
        <p:nvSpPr>
          <p:cNvPr id="8" name="TextBox 7">
            <a:extLst>
              <a:ext uri="{FF2B5EF4-FFF2-40B4-BE49-F238E27FC236}">
                <a16:creationId xmlns:a16="http://schemas.microsoft.com/office/drawing/2014/main" id="{35B3406E-80AC-D847-A030-7B1B0BA27B64}"/>
              </a:ext>
            </a:extLst>
          </p:cNvPr>
          <p:cNvSpPr txBox="1"/>
          <p:nvPr/>
        </p:nvSpPr>
        <p:spPr>
          <a:xfrm>
            <a:off x="116401" y="6400355"/>
            <a:ext cx="6183748" cy="307777"/>
          </a:xfrm>
          <a:prstGeom prst="rect">
            <a:avLst/>
          </a:prstGeom>
          <a:noFill/>
        </p:spPr>
        <p:txBody>
          <a:bodyPr wrap="square" rtlCol="0">
            <a:spAutoFit/>
          </a:bodyPr>
          <a:lstStyle/>
          <a:p>
            <a:pPr lvl="0"/>
            <a:r>
              <a:rPr lang="en-GB" sz="1400" i="1">
                <a:solidFill>
                  <a:schemeClr val="bg1"/>
                </a:solidFill>
                <a:latin typeface="Helvetica" pitchFamily="2" charset="0"/>
              </a:rPr>
              <a:t>The ‘go to’ organisation for Local Government improvement in Scotland</a:t>
            </a:r>
          </a:p>
        </p:txBody>
      </p:sp>
      <p:pic>
        <p:nvPicPr>
          <p:cNvPr id="11" name="Picture 10">
            <a:extLst>
              <a:ext uri="{FF2B5EF4-FFF2-40B4-BE49-F238E27FC236}">
                <a16:creationId xmlns:a16="http://schemas.microsoft.com/office/drawing/2014/main" id="{35A67A80-745E-8448-802F-9E7B53867113}"/>
              </a:ext>
            </a:extLst>
          </p:cNvPr>
          <p:cNvPicPr>
            <a:picLocks noChangeAspect="1"/>
          </p:cNvPicPr>
          <p:nvPr/>
        </p:nvPicPr>
        <p:blipFill>
          <a:blip r:embed="rId3"/>
          <a:stretch>
            <a:fillRect/>
          </a:stretch>
        </p:blipFill>
        <p:spPr>
          <a:xfrm>
            <a:off x="8007551" y="6311576"/>
            <a:ext cx="887817" cy="457200"/>
          </a:xfrm>
          <a:prstGeom prst="rect">
            <a:avLst/>
          </a:prstGeom>
        </p:spPr>
      </p:pic>
      <p:sp>
        <p:nvSpPr>
          <p:cNvPr id="9" name="Rectangle 8">
            <a:extLst>
              <a:ext uri="{FF2B5EF4-FFF2-40B4-BE49-F238E27FC236}">
                <a16:creationId xmlns:a16="http://schemas.microsoft.com/office/drawing/2014/main" id="{09944D84-D06D-8943-AB34-17A5C4ED12DB}"/>
              </a:ext>
            </a:extLst>
          </p:cNvPr>
          <p:cNvSpPr/>
          <p:nvPr/>
        </p:nvSpPr>
        <p:spPr>
          <a:xfrm>
            <a:off x="0" y="6165130"/>
            <a:ext cx="9144000" cy="104823"/>
          </a:xfrm>
          <a:prstGeom prst="rect">
            <a:avLst/>
          </a:prstGeom>
          <a:solidFill>
            <a:srgbClr val="D1222B"/>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0B443C78-6106-25B0-42E8-483A94682A9C}"/>
              </a:ext>
            </a:extLst>
          </p:cNvPr>
          <p:cNvSpPr txBox="1"/>
          <p:nvPr/>
        </p:nvSpPr>
        <p:spPr>
          <a:xfrm>
            <a:off x="467686" y="425417"/>
            <a:ext cx="4576194" cy="523220"/>
          </a:xfrm>
          <a:prstGeom prst="rect">
            <a:avLst/>
          </a:prstGeom>
          <a:noFill/>
        </p:spPr>
        <p:txBody>
          <a:bodyPr wrap="square">
            <a:spAutoFit/>
          </a:bodyPr>
          <a:lstStyle/>
          <a:p>
            <a:pPr algn="l"/>
            <a:r>
              <a:rPr lang="en-GB" sz="2800" b="1" i="0">
                <a:solidFill>
                  <a:srgbClr val="003A60"/>
                </a:solidFill>
                <a:effectLst/>
                <a:latin typeface="proxima-nova"/>
              </a:rPr>
              <a:t>How can the profile be used?</a:t>
            </a:r>
          </a:p>
        </p:txBody>
      </p:sp>
      <p:sp>
        <p:nvSpPr>
          <p:cNvPr id="6" name="TextBox 5">
            <a:extLst>
              <a:ext uri="{FF2B5EF4-FFF2-40B4-BE49-F238E27FC236}">
                <a16:creationId xmlns:a16="http://schemas.microsoft.com/office/drawing/2014/main" id="{9B11E317-3F6B-660C-5822-30985EF1B57D}"/>
              </a:ext>
            </a:extLst>
          </p:cNvPr>
          <p:cNvSpPr txBox="1"/>
          <p:nvPr/>
        </p:nvSpPr>
        <p:spPr>
          <a:xfrm>
            <a:off x="522611" y="1625203"/>
            <a:ext cx="8098777" cy="3170099"/>
          </a:xfrm>
          <a:prstGeom prst="rect">
            <a:avLst/>
          </a:prstGeom>
          <a:noFill/>
        </p:spPr>
        <p:txBody>
          <a:bodyPr wrap="square">
            <a:spAutoFit/>
          </a:bodyPr>
          <a:lstStyle/>
          <a:p>
            <a:pPr algn="l"/>
            <a:r>
              <a:rPr lang="en-GB" sz="2000" b="0" i="0">
                <a:solidFill>
                  <a:srgbClr val="003A60"/>
                </a:solidFill>
                <a:effectLst/>
                <a:latin typeface="proxima-nova"/>
              </a:rPr>
              <a:t>To support decision-making by:</a:t>
            </a:r>
          </a:p>
          <a:p>
            <a:pPr algn="l"/>
            <a:endParaRPr lang="en-GB" sz="2000" b="0" i="0">
              <a:solidFill>
                <a:srgbClr val="003A60"/>
              </a:solidFill>
              <a:effectLst/>
              <a:latin typeface="proxima-nova"/>
            </a:endParaRPr>
          </a:p>
          <a:p>
            <a:pPr marL="285750" indent="-285750" algn="l">
              <a:buFont typeface="Arial" panose="020B0604020202020204" pitchFamily="34" charset="0"/>
              <a:buChar char="•"/>
            </a:pPr>
            <a:r>
              <a:rPr lang="en-GB" sz="2000" b="0" i="0">
                <a:solidFill>
                  <a:srgbClr val="003A60"/>
                </a:solidFill>
                <a:effectLst/>
                <a:latin typeface="proxima-nova"/>
              </a:rPr>
              <a:t>Stimulating discussion amongst CP boards, partners and local communities</a:t>
            </a:r>
          </a:p>
          <a:p>
            <a:pPr marL="285750" indent="-285750" algn="l">
              <a:buFont typeface="Arial" panose="020B0604020202020204" pitchFamily="34" charset="0"/>
              <a:buChar char="•"/>
            </a:pPr>
            <a:endParaRPr lang="en-GB" sz="2000" b="0" i="0">
              <a:solidFill>
                <a:srgbClr val="003A60"/>
              </a:solidFill>
              <a:effectLst/>
              <a:latin typeface="proxima-nova"/>
            </a:endParaRPr>
          </a:p>
          <a:p>
            <a:pPr marL="285750" indent="-285750" algn="l">
              <a:buFont typeface="Arial" panose="020B0604020202020204" pitchFamily="34" charset="0"/>
              <a:buChar char="•"/>
            </a:pPr>
            <a:r>
              <a:rPr lang="en-GB" sz="2000" b="0" i="0">
                <a:solidFill>
                  <a:srgbClr val="003A60"/>
                </a:solidFill>
                <a:effectLst/>
                <a:latin typeface="proxima-nova"/>
              </a:rPr>
              <a:t>Increasing the amount of intelligence available about an area</a:t>
            </a:r>
          </a:p>
          <a:p>
            <a:pPr marL="285750" indent="-285750" algn="l">
              <a:buFont typeface="Arial" panose="020B0604020202020204" pitchFamily="34" charset="0"/>
              <a:buChar char="•"/>
            </a:pPr>
            <a:endParaRPr lang="en-GB" sz="2000" b="0" i="0">
              <a:solidFill>
                <a:srgbClr val="003A60"/>
              </a:solidFill>
              <a:effectLst/>
              <a:latin typeface="proxima-nova"/>
            </a:endParaRPr>
          </a:p>
          <a:p>
            <a:pPr marL="285750" indent="-285750" algn="l">
              <a:buFont typeface="Arial" panose="020B0604020202020204" pitchFamily="34" charset="0"/>
              <a:buChar char="•"/>
            </a:pPr>
            <a:r>
              <a:rPr lang="en-GB" sz="2000" b="0" i="0">
                <a:solidFill>
                  <a:srgbClr val="003A60"/>
                </a:solidFill>
                <a:effectLst/>
                <a:latin typeface="proxima-nova"/>
              </a:rPr>
              <a:t>Complementing professional judgement and local knowledge</a:t>
            </a:r>
          </a:p>
          <a:p>
            <a:pPr marL="285750" indent="-285750" algn="l">
              <a:buFont typeface="Arial" panose="020B0604020202020204" pitchFamily="34" charset="0"/>
              <a:buChar char="•"/>
            </a:pPr>
            <a:endParaRPr lang="en-GB" sz="2000" b="0" i="0">
              <a:solidFill>
                <a:srgbClr val="003A60"/>
              </a:solidFill>
              <a:effectLst/>
              <a:latin typeface="proxima-nova"/>
            </a:endParaRPr>
          </a:p>
          <a:p>
            <a:pPr marL="285750" indent="-285750" algn="l">
              <a:buFont typeface="Arial" panose="020B0604020202020204" pitchFamily="34" charset="0"/>
              <a:buChar char="•"/>
            </a:pPr>
            <a:r>
              <a:rPr lang="en-GB" sz="2000" b="0" i="0">
                <a:solidFill>
                  <a:srgbClr val="003A60"/>
                </a:solidFill>
                <a:effectLst/>
                <a:latin typeface="proxima-nova"/>
              </a:rPr>
              <a:t>Inform the development of Local Outcomes Improvement Plans</a:t>
            </a:r>
          </a:p>
        </p:txBody>
      </p:sp>
    </p:spTree>
    <p:extLst>
      <p:ext uri="{BB962C8B-B14F-4D97-AF65-F5344CB8AC3E}">
        <p14:creationId xmlns:p14="http://schemas.microsoft.com/office/powerpoint/2010/main" val="3844647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2" name="Picture 8" descr="NatRecordsScot (@NatRecordsScot) / X">
            <a:extLst>
              <a:ext uri="{FF2B5EF4-FFF2-40B4-BE49-F238E27FC236}">
                <a16:creationId xmlns:a16="http://schemas.microsoft.com/office/drawing/2014/main" id="{0E8D17B6-CA5F-5D38-68A1-85AAF6E19D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7420" y="4607010"/>
            <a:ext cx="1558120" cy="1558120"/>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Connector 4">
            <a:extLst>
              <a:ext uri="{FF2B5EF4-FFF2-40B4-BE49-F238E27FC236}">
                <a16:creationId xmlns:a16="http://schemas.microsoft.com/office/drawing/2014/main" id="{6DEE36F7-ADB3-3246-BD78-C41E4F77BEBF}"/>
              </a:ext>
            </a:extLst>
          </p:cNvPr>
          <p:cNvCxnSpPr>
            <a:cxnSpLocks/>
          </p:cNvCxnSpPr>
          <p:nvPr/>
        </p:nvCxnSpPr>
        <p:spPr>
          <a:xfrm>
            <a:off x="0" y="1022399"/>
            <a:ext cx="9144000" cy="0"/>
          </a:xfrm>
          <a:prstGeom prst="line">
            <a:avLst/>
          </a:prstGeom>
          <a:ln w="19050">
            <a:solidFill>
              <a:srgbClr val="03243D"/>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DD3B88B8-9994-574D-86F4-A852A4AB9BB8}"/>
              </a:ext>
            </a:extLst>
          </p:cNvPr>
          <p:cNvSpPr/>
          <p:nvPr/>
        </p:nvSpPr>
        <p:spPr>
          <a:xfrm>
            <a:off x="0" y="6251099"/>
            <a:ext cx="9144000" cy="606902"/>
          </a:xfrm>
          <a:prstGeom prst="rect">
            <a:avLst/>
          </a:prstGeom>
          <a:solidFill>
            <a:srgbClr val="03243D"/>
          </a:solidFill>
          <a:ln w="3175">
            <a:solidFill>
              <a:srgbClr val="2F528F">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
        <p:nvSpPr>
          <p:cNvPr id="8" name="TextBox 7">
            <a:extLst>
              <a:ext uri="{FF2B5EF4-FFF2-40B4-BE49-F238E27FC236}">
                <a16:creationId xmlns:a16="http://schemas.microsoft.com/office/drawing/2014/main" id="{35B3406E-80AC-D847-A030-7B1B0BA27B64}"/>
              </a:ext>
            </a:extLst>
          </p:cNvPr>
          <p:cNvSpPr txBox="1"/>
          <p:nvPr/>
        </p:nvSpPr>
        <p:spPr>
          <a:xfrm>
            <a:off x="116401" y="6400355"/>
            <a:ext cx="6183748" cy="307777"/>
          </a:xfrm>
          <a:prstGeom prst="rect">
            <a:avLst/>
          </a:prstGeom>
          <a:noFill/>
        </p:spPr>
        <p:txBody>
          <a:bodyPr wrap="square" rtlCol="0">
            <a:spAutoFit/>
          </a:bodyPr>
          <a:lstStyle/>
          <a:p>
            <a:pPr lvl="0"/>
            <a:r>
              <a:rPr lang="en-GB" sz="1400" i="1">
                <a:solidFill>
                  <a:schemeClr val="bg1"/>
                </a:solidFill>
                <a:latin typeface="Helvetica" pitchFamily="2" charset="0"/>
              </a:rPr>
              <a:t>The ‘go to’ organisation for Local Government improvement in Scotland</a:t>
            </a:r>
          </a:p>
        </p:txBody>
      </p:sp>
      <p:pic>
        <p:nvPicPr>
          <p:cNvPr id="11" name="Picture 10">
            <a:extLst>
              <a:ext uri="{FF2B5EF4-FFF2-40B4-BE49-F238E27FC236}">
                <a16:creationId xmlns:a16="http://schemas.microsoft.com/office/drawing/2014/main" id="{35A67A80-745E-8448-802F-9E7B53867113}"/>
              </a:ext>
            </a:extLst>
          </p:cNvPr>
          <p:cNvPicPr>
            <a:picLocks noChangeAspect="1"/>
          </p:cNvPicPr>
          <p:nvPr/>
        </p:nvPicPr>
        <p:blipFill>
          <a:blip r:embed="rId4"/>
          <a:stretch>
            <a:fillRect/>
          </a:stretch>
        </p:blipFill>
        <p:spPr>
          <a:xfrm>
            <a:off x="8007551" y="6311576"/>
            <a:ext cx="887817" cy="457200"/>
          </a:xfrm>
          <a:prstGeom prst="rect">
            <a:avLst/>
          </a:prstGeom>
        </p:spPr>
      </p:pic>
      <p:sp>
        <p:nvSpPr>
          <p:cNvPr id="9" name="Rectangle 8">
            <a:extLst>
              <a:ext uri="{FF2B5EF4-FFF2-40B4-BE49-F238E27FC236}">
                <a16:creationId xmlns:a16="http://schemas.microsoft.com/office/drawing/2014/main" id="{09944D84-D06D-8943-AB34-17A5C4ED12DB}"/>
              </a:ext>
            </a:extLst>
          </p:cNvPr>
          <p:cNvSpPr/>
          <p:nvPr/>
        </p:nvSpPr>
        <p:spPr>
          <a:xfrm>
            <a:off x="0" y="6165130"/>
            <a:ext cx="9144000" cy="104823"/>
          </a:xfrm>
          <a:prstGeom prst="rect">
            <a:avLst/>
          </a:prstGeom>
          <a:solidFill>
            <a:srgbClr val="D1222B"/>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5A745BA2-A770-B3FE-E11C-1C447D7A18A0}"/>
              </a:ext>
            </a:extLst>
          </p:cNvPr>
          <p:cNvSpPr txBox="1"/>
          <p:nvPr/>
        </p:nvSpPr>
        <p:spPr>
          <a:xfrm>
            <a:off x="232811" y="359189"/>
            <a:ext cx="6067338" cy="523220"/>
          </a:xfrm>
          <a:prstGeom prst="rect">
            <a:avLst/>
          </a:prstGeom>
          <a:noFill/>
        </p:spPr>
        <p:txBody>
          <a:bodyPr wrap="square">
            <a:spAutoFit/>
          </a:bodyPr>
          <a:lstStyle/>
          <a:p>
            <a:pPr algn="l"/>
            <a:r>
              <a:rPr lang="en-GB" sz="2800" b="1" i="0">
                <a:solidFill>
                  <a:srgbClr val="003A60"/>
                </a:solidFill>
                <a:effectLst/>
                <a:latin typeface="proxima-nova"/>
              </a:rPr>
              <a:t>How is this approach different?</a:t>
            </a:r>
          </a:p>
        </p:txBody>
      </p:sp>
      <p:sp>
        <p:nvSpPr>
          <p:cNvPr id="6" name="TextBox 5">
            <a:extLst>
              <a:ext uri="{FF2B5EF4-FFF2-40B4-BE49-F238E27FC236}">
                <a16:creationId xmlns:a16="http://schemas.microsoft.com/office/drawing/2014/main" id="{FBC524AA-75C8-D82A-9BBE-C54FC04BD7E9}"/>
              </a:ext>
            </a:extLst>
          </p:cNvPr>
          <p:cNvSpPr txBox="1"/>
          <p:nvPr/>
        </p:nvSpPr>
        <p:spPr>
          <a:xfrm>
            <a:off x="248632" y="1207058"/>
            <a:ext cx="8118080" cy="2031325"/>
          </a:xfrm>
          <a:prstGeom prst="rect">
            <a:avLst/>
          </a:prstGeom>
          <a:noFill/>
        </p:spPr>
        <p:txBody>
          <a:bodyPr wrap="square">
            <a:spAutoFit/>
          </a:bodyPr>
          <a:lstStyle/>
          <a:p>
            <a:pPr marL="285750" indent="-285750" algn="l">
              <a:buFont typeface="Arial" panose="020B0604020202020204" pitchFamily="34" charset="0"/>
              <a:buChar char="•"/>
            </a:pPr>
            <a:r>
              <a:rPr lang="en-GB" b="0" i="0">
                <a:solidFill>
                  <a:srgbClr val="003A60"/>
                </a:solidFill>
                <a:effectLst/>
                <a:latin typeface="proxima-nova"/>
              </a:rPr>
              <a:t>Focus: CPPs</a:t>
            </a:r>
          </a:p>
          <a:p>
            <a:pPr marL="285750" indent="-285750" algn="l">
              <a:buFont typeface="Arial" panose="020B0604020202020204" pitchFamily="34" charset="0"/>
              <a:buChar char="•"/>
            </a:pPr>
            <a:r>
              <a:rPr lang="en-GB" b="0" i="0">
                <a:solidFill>
                  <a:srgbClr val="003A60"/>
                </a:solidFill>
                <a:effectLst/>
                <a:latin typeface="proxima-nova"/>
              </a:rPr>
              <a:t>It brings together measures of outcomes and inequality for all 32 CPPs within one profile - and shows how they change over time</a:t>
            </a:r>
          </a:p>
          <a:p>
            <a:pPr marL="285750" indent="-285750" algn="l">
              <a:buFont typeface="Arial" panose="020B0604020202020204" pitchFamily="34" charset="0"/>
              <a:buChar char="•"/>
            </a:pPr>
            <a:r>
              <a:rPr lang="en-GB" b="0" i="0">
                <a:solidFill>
                  <a:srgbClr val="003A60"/>
                </a:solidFill>
                <a:effectLst/>
                <a:latin typeface="proxima-nova"/>
              </a:rPr>
              <a:t>It considers outcomes </a:t>
            </a:r>
            <a:r>
              <a:rPr lang="en-GB" b="1" i="0" u="sng">
                <a:solidFill>
                  <a:srgbClr val="003A60"/>
                </a:solidFill>
                <a:effectLst/>
                <a:latin typeface="proxima-nova"/>
              </a:rPr>
              <a:t>'in the round</a:t>
            </a:r>
            <a:r>
              <a:rPr lang="en-GB" b="0" i="0">
                <a:solidFill>
                  <a:srgbClr val="003A60"/>
                </a:solidFill>
                <a:effectLst/>
                <a:latin typeface="proxima-nova"/>
              </a:rPr>
              <a:t>' as well as individually, encouraging a focus on vulnerable communities where negative outcomes are clustered</a:t>
            </a:r>
          </a:p>
          <a:p>
            <a:pPr marL="285750" indent="-285750" algn="l">
              <a:buFont typeface="Arial" panose="020B0604020202020204" pitchFamily="34" charset="0"/>
              <a:buChar char="•"/>
            </a:pPr>
            <a:r>
              <a:rPr lang="en-GB" b="0" i="0">
                <a:solidFill>
                  <a:srgbClr val="003A60"/>
                </a:solidFill>
                <a:effectLst/>
                <a:latin typeface="proxima-nova"/>
              </a:rPr>
              <a:t>It enables partnerships to compare outcomes for their local communities against </a:t>
            </a:r>
            <a:r>
              <a:rPr lang="en-GB" b="1" i="0" u="sng">
                <a:solidFill>
                  <a:srgbClr val="003A60"/>
                </a:solidFill>
                <a:effectLst/>
                <a:latin typeface="proxima-nova"/>
              </a:rPr>
              <a:t>similar communities across Scotland</a:t>
            </a:r>
          </a:p>
        </p:txBody>
      </p:sp>
      <p:pic>
        <p:nvPicPr>
          <p:cNvPr id="1026" name="Picture 2" descr="Scottish Public Health Observatory (ScotPHO) (@scotpho) / X">
            <a:extLst>
              <a:ext uri="{FF2B5EF4-FFF2-40B4-BE49-F238E27FC236}">
                <a16:creationId xmlns:a16="http://schemas.microsoft.com/office/drawing/2014/main" id="{63347D6C-B8B4-7E6E-F051-3B7ECD84C74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6657" y="3231932"/>
            <a:ext cx="2418492" cy="241849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D559F732-6B47-A91D-9D6D-FACC94880FC2}"/>
              </a:ext>
            </a:extLst>
          </p:cNvPr>
          <p:cNvPicPr>
            <a:picLocks noChangeAspect="1"/>
          </p:cNvPicPr>
          <p:nvPr/>
        </p:nvPicPr>
        <p:blipFill>
          <a:blip r:embed="rId6"/>
          <a:stretch>
            <a:fillRect/>
          </a:stretch>
        </p:blipFill>
        <p:spPr>
          <a:xfrm>
            <a:off x="6268575" y="5504042"/>
            <a:ext cx="2390775" cy="361950"/>
          </a:xfrm>
          <a:prstGeom prst="rect">
            <a:avLst/>
          </a:prstGeom>
        </p:spPr>
      </p:pic>
      <p:pic>
        <p:nvPicPr>
          <p:cNvPr id="1028" name="Picture 4" descr="New report evaluates Glasgow's participatory budgeting activity — PB  Scotland">
            <a:extLst>
              <a:ext uri="{FF2B5EF4-FFF2-40B4-BE49-F238E27FC236}">
                <a16:creationId xmlns:a16="http://schemas.microsoft.com/office/drawing/2014/main" id="{FCD0F415-098E-E799-7F7F-3B89D190D0B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07156" y="3281985"/>
            <a:ext cx="2499804" cy="2499804"/>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Local Government Benchmarking Framework | West Dunbartonshire Council">
            <a:extLst>
              <a:ext uri="{FF2B5EF4-FFF2-40B4-BE49-F238E27FC236}">
                <a16:creationId xmlns:a16="http://schemas.microsoft.com/office/drawing/2014/main" id="{B5632D3B-6CF8-DE4D-48DB-A24F2F90CA5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994868" y="2879390"/>
            <a:ext cx="3076575" cy="1428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07277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riangle 8">
            <a:extLst>
              <a:ext uri="{FF2B5EF4-FFF2-40B4-BE49-F238E27FC236}">
                <a16:creationId xmlns:a16="http://schemas.microsoft.com/office/drawing/2014/main" id="{97915D97-B1D3-1C4F-AB15-DB7B1C539A03}"/>
              </a:ext>
            </a:extLst>
          </p:cNvPr>
          <p:cNvSpPr/>
          <p:nvPr/>
        </p:nvSpPr>
        <p:spPr>
          <a:xfrm rot="5400000">
            <a:off x="488230" y="2749232"/>
            <a:ext cx="6877052" cy="1340481"/>
          </a:xfrm>
          <a:prstGeom prst="triangle">
            <a:avLst/>
          </a:prstGeom>
          <a:solidFill>
            <a:srgbClr val="D1222B"/>
          </a:solidFill>
          <a:ln w="28575">
            <a:solidFill>
              <a:srgbClr val="D1222B">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7A96C94-5274-3F4D-9C67-9934585AB39F}"/>
              </a:ext>
            </a:extLst>
          </p:cNvPr>
          <p:cNvSpPr/>
          <p:nvPr/>
        </p:nvSpPr>
        <p:spPr>
          <a:xfrm>
            <a:off x="1" y="0"/>
            <a:ext cx="3269398" cy="6858000"/>
          </a:xfrm>
          <a:prstGeom prst="rect">
            <a:avLst/>
          </a:prstGeom>
          <a:solidFill>
            <a:srgbClr val="00324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C9B4CDC7-F157-EE43-81A7-294E115357CF}"/>
              </a:ext>
            </a:extLst>
          </p:cNvPr>
          <p:cNvPicPr>
            <a:picLocks noChangeAspect="1"/>
          </p:cNvPicPr>
          <p:nvPr/>
        </p:nvPicPr>
        <p:blipFill>
          <a:blip r:embed="rId3"/>
          <a:stretch>
            <a:fillRect/>
          </a:stretch>
        </p:blipFill>
        <p:spPr>
          <a:xfrm>
            <a:off x="480766" y="2616462"/>
            <a:ext cx="2609075" cy="1313019"/>
          </a:xfrm>
          <a:prstGeom prst="rect">
            <a:avLst/>
          </a:prstGeom>
        </p:spPr>
      </p:pic>
      <p:sp>
        <p:nvSpPr>
          <p:cNvPr id="8" name="TextBox 7">
            <a:extLst>
              <a:ext uri="{FF2B5EF4-FFF2-40B4-BE49-F238E27FC236}">
                <a16:creationId xmlns:a16="http://schemas.microsoft.com/office/drawing/2014/main" id="{3F936AEF-BA07-9443-8793-A9A49485A72C}"/>
              </a:ext>
            </a:extLst>
          </p:cNvPr>
          <p:cNvSpPr txBox="1"/>
          <p:nvPr/>
        </p:nvSpPr>
        <p:spPr>
          <a:xfrm>
            <a:off x="461912" y="4405384"/>
            <a:ext cx="2895280" cy="877163"/>
          </a:xfrm>
          <a:prstGeom prst="rect">
            <a:avLst/>
          </a:prstGeom>
          <a:noFill/>
        </p:spPr>
        <p:txBody>
          <a:bodyPr wrap="square" rtlCol="0">
            <a:spAutoFit/>
          </a:bodyPr>
          <a:lstStyle/>
          <a:p>
            <a:r>
              <a:rPr lang="en-US" sz="1700" i="1">
                <a:solidFill>
                  <a:schemeClr val="bg1"/>
                </a:solidFill>
                <a:latin typeface="Helvetica" pitchFamily="2" charset="0"/>
                <a:cs typeface="Arial" panose="020B0604020202020204" pitchFamily="34" charset="0"/>
              </a:rPr>
              <a:t>The ‘go to’ </a:t>
            </a:r>
            <a:r>
              <a:rPr lang="en-US" sz="1700" i="1" err="1">
                <a:solidFill>
                  <a:schemeClr val="bg1"/>
                </a:solidFill>
                <a:latin typeface="Helvetica" pitchFamily="2" charset="0"/>
                <a:cs typeface="Arial" panose="020B0604020202020204" pitchFamily="34" charset="0"/>
              </a:rPr>
              <a:t>organisation</a:t>
            </a:r>
            <a:r>
              <a:rPr lang="en-US" sz="1700" i="1">
                <a:solidFill>
                  <a:schemeClr val="bg1"/>
                </a:solidFill>
                <a:latin typeface="Helvetica" pitchFamily="2" charset="0"/>
                <a:cs typeface="Arial" panose="020B0604020202020204" pitchFamily="34" charset="0"/>
              </a:rPr>
              <a:t> for Local Government improvement in Scotland</a:t>
            </a:r>
          </a:p>
        </p:txBody>
      </p:sp>
      <p:cxnSp>
        <p:nvCxnSpPr>
          <p:cNvPr id="17" name="Straight Connector 16">
            <a:extLst>
              <a:ext uri="{FF2B5EF4-FFF2-40B4-BE49-F238E27FC236}">
                <a16:creationId xmlns:a16="http://schemas.microsoft.com/office/drawing/2014/main" id="{77EED639-697D-B04A-AD5F-D244687083BB}"/>
              </a:ext>
            </a:extLst>
          </p:cNvPr>
          <p:cNvCxnSpPr>
            <a:cxnSpLocks/>
          </p:cNvCxnSpPr>
          <p:nvPr/>
        </p:nvCxnSpPr>
        <p:spPr>
          <a:xfrm>
            <a:off x="461912" y="4163407"/>
            <a:ext cx="2609076"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3245A596-4BC4-624F-A0EF-296A8714DF74}"/>
              </a:ext>
            </a:extLst>
          </p:cNvPr>
          <p:cNvSpPr txBox="1"/>
          <p:nvPr/>
        </p:nvSpPr>
        <p:spPr>
          <a:xfrm>
            <a:off x="4763671" y="2857472"/>
            <a:ext cx="4038601" cy="830997"/>
          </a:xfrm>
          <a:prstGeom prst="rect">
            <a:avLst/>
          </a:prstGeom>
          <a:noFill/>
        </p:spPr>
        <p:txBody>
          <a:bodyPr wrap="square" rtlCol="0">
            <a:spAutoFit/>
          </a:bodyPr>
          <a:lstStyle/>
          <a:p>
            <a:pPr algn="ctr"/>
            <a:r>
              <a:rPr lang="en-US" sz="4800" b="1">
                <a:solidFill>
                  <a:srgbClr val="00324F"/>
                </a:solidFill>
                <a:latin typeface="+mj-lt"/>
              </a:rPr>
              <a:t>CPOP Demo</a:t>
            </a:r>
          </a:p>
        </p:txBody>
      </p:sp>
      <p:sp>
        <p:nvSpPr>
          <p:cNvPr id="25" name="Triangle 24">
            <a:extLst>
              <a:ext uri="{FF2B5EF4-FFF2-40B4-BE49-F238E27FC236}">
                <a16:creationId xmlns:a16="http://schemas.microsoft.com/office/drawing/2014/main" id="{9A6DEA15-8065-4B49-A09D-A22E57EDB3C0}"/>
              </a:ext>
            </a:extLst>
          </p:cNvPr>
          <p:cNvSpPr/>
          <p:nvPr/>
        </p:nvSpPr>
        <p:spPr>
          <a:xfrm rot="5400000">
            <a:off x="390099" y="2847363"/>
            <a:ext cx="6877053" cy="1144220"/>
          </a:xfrm>
          <a:prstGeom prst="triangle">
            <a:avLst/>
          </a:prstGeom>
          <a:solidFill>
            <a:srgbClr val="00324F"/>
          </a:solidFill>
          <a:ln w="28575">
            <a:solidFill>
              <a:srgbClr val="00324F">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888969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07D09472-D842-7C42-B0AC-03954D7AE772}"/>
              </a:ext>
            </a:extLst>
          </p:cNvPr>
          <p:cNvCxnSpPr>
            <a:cxnSpLocks/>
          </p:cNvCxnSpPr>
          <p:nvPr/>
        </p:nvCxnSpPr>
        <p:spPr>
          <a:xfrm>
            <a:off x="0" y="712407"/>
            <a:ext cx="9144000" cy="0"/>
          </a:xfrm>
          <a:prstGeom prst="line">
            <a:avLst/>
          </a:prstGeom>
          <a:ln w="19050">
            <a:solidFill>
              <a:srgbClr val="D1222B"/>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566D7698-7521-8944-9204-2ED6A73B081F}"/>
              </a:ext>
            </a:extLst>
          </p:cNvPr>
          <p:cNvSpPr/>
          <p:nvPr/>
        </p:nvSpPr>
        <p:spPr>
          <a:xfrm>
            <a:off x="0" y="6251099"/>
            <a:ext cx="9144000" cy="606902"/>
          </a:xfrm>
          <a:prstGeom prst="rect">
            <a:avLst/>
          </a:prstGeom>
          <a:solidFill>
            <a:srgbClr val="D1222B"/>
          </a:solidFill>
          <a:ln w="3175">
            <a:solidFill>
              <a:srgbClr val="2F528F">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
        <p:nvSpPr>
          <p:cNvPr id="6" name="TextBox 5">
            <a:extLst>
              <a:ext uri="{FF2B5EF4-FFF2-40B4-BE49-F238E27FC236}">
                <a16:creationId xmlns:a16="http://schemas.microsoft.com/office/drawing/2014/main" id="{947D2290-61A2-7941-9635-7CF3848DA9F3}"/>
              </a:ext>
            </a:extLst>
          </p:cNvPr>
          <p:cNvSpPr txBox="1"/>
          <p:nvPr/>
        </p:nvSpPr>
        <p:spPr>
          <a:xfrm>
            <a:off x="116401" y="6400355"/>
            <a:ext cx="6183748" cy="307777"/>
          </a:xfrm>
          <a:prstGeom prst="rect">
            <a:avLst/>
          </a:prstGeom>
          <a:noFill/>
        </p:spPr>
        <p:txBody>
          <a:bodyPr wrap="square" rtlCol="0">
            <a:spAutoFit/>
          </a:bodyPr>
          <a:lstStyle/>
          <a:p>
            <a:pPr lvl="0"/>
            <a:r>
              <a:rPr lang="en-GB" sz="1400" i="1">
                <a:solidFill>
                  <a:schemeClr val="bg1"/>
                </a:solidFill>
                <a:latin typeface="Helvetica" pitchFamily="2" charset="0"/>
              </a:rPr>
              <a:t>The ‘go to’ organisation for Local Government improvement in Scotland</a:t>
            </a:r>
          </a:p>
        </p:txBody>
      </p:sp>
      <p:sp>
        <p:nvSpPr>
          <p:cNvPr id="8" name="TextBox 7">
            <a:extLst>
              <a:ext uri="{FF2B5EF4-FFF2-40B4-BE49-F238E27FC236}">
                <a16:creationId xmlns:a16="http://schemas.microsoft.com/office/drawing/2014/main" id="{94B48617-128C-424A-8171-21B1D69C3D0E}"/>
              </a:ext>
            </a:extLst>
          </p:cNvPr>
          <p:cNvSpPr txBox="1"/>
          <p:nvPr/>
        </p:nvSpPr>
        <p:spPr>
          <a:xfrm>
            <a:off x="257908" y="119646"/>
            <a:ext cx="2572307" cy="584775"/>
          </a:xfrm>
          <a:prstGeom prst="rect">
            <a:avLst/>
          </a:prstGeom>
          <a:noFill/>
        </p:spPr>
        <p:txBody>
          <a:bodyPr wrap="none" lIns="91440" tIns="45720" rIns="91440" bIns="45720" rtlCol="0" anchor="t">
            <a:spAutoFit/>
          </a:bodyPr>
          <a:lstStyle/>
          <a:p>
            <a:r>
              <a:rPr lang="en-US" sz="3200" b="1">
                <a:latin typeface="+mj-lt"/>
              </a:rPr>
              <a:t>CPP Over Time</a:t>
            </a:r>
          </a:p>
        </p:txBody>
      </p:sp>
      <p:pic>
        <p:nvPicPr>
          <p:cNvPr id="9" name="Picture 8">
            <a:extLst>
              <a:ext uri="{FF2B5EF4-FFF2-40B4-BE49-F238E27FC236}">
                <a16:creationId xmlns:a16="http://schemas.microsoft.com/office/drawing/2014/main" id="{899CF4F4-98FA-9B40-8E8E-31200B4A8536}"/>
              </a:ext>
            </a:extLst>
          </p:cNvPr>
          <p:cNvPicPr>
            <a:picLocks noChangeAspect="1"/>
          </p:cNvPicPr>
          <p:nvPr/>
        </p:nvPicPr>
        <p:blipFill>
          <a:blip r:embed="rId3"/>
          <a:stretch>
            <a:fillRect/>
          </a:stretch>
        </p:blipFill>
        <p:spPr>
          <a:xfrm>
            <a:off x="8107053" y="6372074"/>
            <a:ext cx="820132" cy="422343"/>
          </a:xfrm>
          <a:prstGeom prst="rect">
            <a:avLst/>
          </a:prstGeom>
        </p:spPr>
      </p:pic>
      <p:sp>
        <p:nvSpPr>
          <p:cNvPr id="10" name="Rectangle 9">
            <a:extLst>
              <a:ext uri="{FF2B5EF4-FFF2-40B4-BE49-F238E27FC236}">
                <a16:creationId xmlns:a16="http://schemas.microsoft.com/office/drawing/2014/main" id="{48C09B99-843D-0B47-B22E-EE0357EE42A9}"/>
              </a:ext>
            </a:extLst>
          </p:cNvPr>
          <p:cNvSpPr/>
          <p:nvPr/>
        </p:nvSpPr>
        <p:spPr>
          <a:xfrm>
            <a:off x="0" y="6165130"/>
            <a:ext cx="9144000" cy="104823"/>
          </a:xfrm>
          <a:prstGeom prst="rect">
            <a:avLst/>
          </a:prstGeom>
          <a:solidFill>
            <a:srgbClr val="00324F"/>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A0FA5D1E-39DC-B635-EBF9-A56129193C55}"/>
              </a:ext>
            </a:extLst>
          </p:cNvPr>
          <p:cNvPicPr>
            <a:picLocks noChangeAspect="1"/>
          </p:cNvPicPr>
          <p:nvPr/>
        </p:nvPicPr>
        <p:blipFill rotWithShape="1">
          <a:blip r:embed="rId4"/>
          <a:srcRect t="10745" r="2371" b="6114"/>
          <a:stretch/>
        </p:blipFill>
        <p:spPr>
          <a:xfrm>
            <a:off x="108407" y="1300734"/>
            <a:ext cx="8927185" cy="4276348"/>
          </a:xfrm>
          <a:prstGeom prst="rect">
            <a:avLst/>
          </a:prstGeom>
        </p:spPr>
      </p:pic>
    </p:spTree>
    <p:extLst>
      <p:ext uri="{BB962C8B-B14F-4D97-AF65-F5344CB8AC3E}">
        <p14:creationId xmlns:p14="http://schemas.microsoft.com/office/powerpoint/2010/main" val="27246818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6DEE36F7-ADB3-3246-BD78-C41E4F77BEBF}"/>
              </a:ext>
            </a:extLst>
          </p:cNvPr>
          <p:cNvCxnSpPr>
            <a:cxnSpLocks/>
          </p:cNvCxnSpPr>
          <p:nvPr/>
        </p:nvCxnSpPr>
        <p:spPr>
          <a:xfrm>
            <a:off x="0" y="1022399"/>
            <a:ext cx="9144000" cy="0"/>
          </a:xfrm>
          <a:prstGeom prst="line">
            <a:avLst/>
          </a:prstGeom>
          <a:ln w="19050">
            <a:solidFill>
              <a:srgbClr val="03243D"/>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DD3B88B8-9994-574D-86F4-A852A4AB9BB8}"/>
              </a:ext>
            </a:extLst>
          </p:cNvPr>
          <p:cNvSpPr/>
          <p:nvPr/>
        </p:nvSpPr>
        <p:spPr>
          <a:xfrm>
            <a:off x="0" y="6251099"/>
            <a:ext cx="9144000" cy="606902"/>
          </a:xfrm>
          <a:prstGeom prst="rect">
            <a:avLst/>
          </a:prstGeom>
          <a:solidFill>
            <a:srgbClr val="03243D"/>
          </a:solidFill>
          <a:ln w="3175">
            <a:solidFill>
              <a:srgbClr val="2F528F">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
        <p:nvSpPr>
          <p:cNvPr id="8" name="TextBox 7">
            <a:extLst>
              <a:ext uri="{FF2B5EF4-FFF2-40B4-BE49-F238E27FC236}">
                <a16:creationId xmlns:a16="http://schemas.microsoft.com/office/drawing/2014/main" id="{35B3406E-80AC-D847-A030-7B1B0BA27B64}"/>
              </a:ext>
            </a:extLst>
          </p:cNvPr>
          <p:cNvSpPr txBox="1"/>
          <p:nvPr/>
        </p:nvSpPr>
        <p:spPr>
          <a:xfrm>
            <a:off x="116401" y="6400355"/>
            <a:ext cx="6183748" cy="307777"/>
          </a:xfrm>
          <a:prstGeom prst="rect">
            <a:avLst/>
          </a:prstGeom>
          <a:noFill/>
        </p:spPr>
        <p:txBody>
          <a:bodyPr wrap="square" rtlCol="0">
            <a:spAutoFit/>
          </a:bodyPr>
          <a:lstStyle/>
          <a:p>
            <a:pPr lvl="0"/>
            <a:r>
              <a:rPr lang="en-GB" sz="1400" i="1">
                <a:solidFill>
                  <a:schemeClr val="bg1"/>
                </a:solidFill>
                <a:latin typeface="Helvetica" pitchFamily="2" charset="0"/>
              </a:rPr>
              <a:t>The ‘go to’ organisation for Local Government improvement in Scotland</a:t>
            </a:r>
          </a:p>
        </p:txBody>
      </p:sp>
      <p:pic>
        <p:nvPicPr>
          <p:cNvPr id="11" name="Picture 10">
            <a:extLst>
              <a:ext uri="{FF2B5EF4-FFF2-40B4-BE49-F238E27FC236}">
                <a16:creationId xmlns:a16="http://schemas.microsoft.com/office/drawing/2014/main" id="{35A67A80-745E-8448-802F-9E7B53867113}"/>
              </a:ext>
            </a:extLst>
          </p:cNvPr>
          <p:cNvPicPr>
            <a:picLocks noChangeAspect="1"/>
          </p:cNvPicPr>
          <p:nvPr/>
        </p:nvPicPr>
        <p:blipFill>
          <a:blip r:embed="rId3"/>
          <a:stretch>
            <a:fillRect/>
          </a:stretch>
        </p:blipFill>
        <p:spPr>
          <a:xfrm>
            <a:off x="8007551" y="6311576"/>
            <a:ext cx="887817" cy="457200"/>
          </a:xfrm>
          <a:prstGeom prst="rect">
            <a:avLst/>
          </a:prstGeom>
        </p:spPr>
      </p:pic>
      <p:sp>
        <p:nvSpPr>
          <p:cNvPr id="9" name="Rectangle 8">
            <a:extLst>
              <a:ext uri="{FF2B5EF4-FFF2-40B4-BE49-F238E27FC236}">
                <a16:creationId xmlns:a16="http://schemas.microsoft.com/office/drawing/2014/main" id="{09944D84-D06D-8943-AB34-17A5C4ED12DB}"/>
              </a:ext>
            </a:extLst>
          </p:cNvPr>
          <p:cNvSpPr/>
          <p:nvPr/>
        </p:nvSpPr>
        <p:spPr>
          <a:xfrm>
            <a:off x="0" y="6165130"/>
            <a:ext cx="9144000" cy="104823"/>
          </a:xfrm>
          <a:prstGeom prst="rect">
            <a:avLst/>
          </a:prstGeom>
          <a:solidFill>
            <a:srgbClr val="D1222B"/>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TextBox 56">
            <a:extLst>
              <a:ext uri="{FF2B5EF4-FFF2-40B4-BE49-F238E27FC236}">
                <a16:creationId xmlns:a16="http://schemas.microsoft.com/office/drawing/2014/main" id="{0DCC17A4-388C-41E1-A84E-ED5D7F1027AD}"/>
              </a:ext>
            </a:extLst>
          </p:cNvPr>
          <p:cNvSpPr txBox="1"/>
          <p:nvPr/>
        </p:nvSpPr>
        <p:spPr>
          <a:xfrm>
            <a:off x="257908" y="288368"/>
            <a:ext cx="3078471" cy="584775"/>
          </a:xfrm>
          <a:prstGeom prst="rect">
            <a:avLst/>
          </a:prstGeom>
          <a:noFill/>
        </p:spPr>
        <p:txBody>
          <a:bodyPr wrap="none" rtlCol="0">
            <a:spAutoFit/>
          </a:bodyPr>
          <a:lstStyle/>
          <a:p>
            <a:r>
              <a:rPr lang="en-US" sz="3200" b="1">
                <a:latin typeface="+mj-lt"/>
              </a:rPr>
              <a:t>Compare all CPP’s</a:t>
            </a:r>
          </a:p>
        </p:txBody>
      </p:sp>
      <p:pic>
        <p:nvPicPr>
          <p:cNvPr id="6" name="Picture 5">
            <a:extLst>
              <a:ext uri="{FF2B5EF4-FFF2-40B4-BE49-F238E27FC236}">
                <a16:creationId xmlns:a16="http://schemas.microsoft.com/office/drawing/2014/main" id="{EB903414-7C3F-7EBF-C7B2-7E6DC6711DA1}"/>
              </a:ext>
            </a:extLst>
          </p:cNvPr>
          <p:cNvPicPr>
            <a:picLocks noChangeAspect="1"/>
          </p:cNvPicPr>
          <p:nvPr/>
        </p:nvPicPr>
        <p:blipFill rotWithShape="1">
          <a:blip r:embed="rId4"/>
          <a:srcRect t="16111" r="1406" b="5277"/>
          <a:stretch/>
        </p:blipFill>
        <p:spPr>
          <a:xfrm>
            <a:off x="128587" y="1533718"/>
            <a:ext cx="9015413" cy="4043364"/>
          </a:xfrm>
          <a:prstGeom prst="rect">
            <a:avLst/>
          </a:prstGeom>
        </p:spPr>
      </p:pic>
    </p:spTree>
    <p:extLst>
      <p:ext uri="{BB962C8B-B14F-4D97-AF65-F5344CB8AC3E}">
        <p14:creationId xmlns:p14="http://schemas.microsoft.com/office/powerpoint/2010/main" val="16172718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07D09472-D842-7C42-B0AC-03954D7AE772}"/>
              </a:ext>
            </a:extLst>
          </p:cNvPr>
          <p:cNvCxnSpPr>
            <a:cxnSpLocks/>
          </p:cNvCxnSpPr>
          <p:nvPr/>
        </p:nvCxnSpPr>
        <p:spPr>
          <a:xfrm>
            <a:off x="0" y="712407"/>
            <a:ext cx="9144000" cy="0"/>
          </a:xfrm>
          <a:prstGeom prst="line">
            <a:avLst/>
          </a:prstGeom>
          <a:ln w="19050">
            <a:solidFill>
              <a:srgbClr val="D1222B"/>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566D7698-7521-8944-9204-2ED6A73B081F}"/>
              </a:ext>
            </a:extLst>
          </p:cNvPr>
          <p:cNvSpPr/>
          <p:nvPr/>
        </p:nvSpPr>
        <p:spPr>
          <a:xfrm>
            <a:off x="0" y="6251099"/>
            <a:ext cx="9144000" cy="606902"/>
          </a:xfrm>
          <a:prstGeom prst="rect">
            <a:avLst/>
          </a:prstGeom>
          <a:solidFill>
            <a:srgbClr val="D1222B"/>
          </a:solidFill>
          <a:ln w="3175">
            <a:solidFill>
              <a:srgbClr val="2F528F">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
        <p:nvSpPr>
          <p:cNvPr id="6" name="TextBox 5">
            <a:extLst>
              <a:ext uri="{FF2B5EF4-FFF2-40B4-BE49-F238E27FC236}">
                <a16:creationId xmlns:a16="http://schemas.microsoft.com/office/drawing/2014/main" id="{947D2290-61A2-7941-9635-7CF3848DA9F3}"/>
              </a:ext>
            </a:extLst>
          </p:cNvPr>
          <p:cNvSpPr txBox="1"/>
          <p:nvPr/>
        </p:nvSpPr>
        <p:spPr>
          <a:xfrm>
            <a:off x="116401" y="6400355"/>
            <a:ext cx="6183748" cy="307777"/>
          </a:xfrm>
          <a:prstGeom prst="rect">
            <a:avLst/>
          </a:prstGeom>
          <a:noFill/>
        </p:spPr>
        <p:txBody>
          <a:bodyPr wrap="square" rtlCol="0">
            <a:spAutoFit/>
          </a:bodyPr>
          <a:lstStyle/>
          <a:p>
            <a:pPr lvl="0"/>
            <a:r>
              <a:rPr lang="en-GB" sz="1400" i="1">
                <a:solidFill>
                  <a:schemeClr val="bg1"/>
                </a:solidFill>
                <a:latin typeface="Helvetica" pitchFamily="2" charset="0"/>
              </a:rPr>
              <a:t>The ‘go to’ organisation for Local Government improvement in Scotland</a:t>
            </a:r>
          </a:p>
        </p:txBody>
      </p:sp>
      <p:sp>
        <p:nvSpPr>
          <p:cNvPr id="8" name="TextBox 7">
            <a:extLst>
              <a:ext uri="{FF2B5EF4-FFF2-40B4-BE49-F238E27FC236}">
                <a16:creationId xmlns:a16="http://schemas.microsoft.com/office/drawing/2014/main" id="{94B48617-128C-424A-8171-21B1D69C3D0E}"/>
              </a:ext>
            </a:extLst>
          </p:cNvPr>
          <p:cNvSpPr txBox="1"/>
          <p:nvPr/>
        </p:nvSpPr>
        <p:spPr>
          <a:xfrm>
            <a:off x="257908" y="119646"/>
            <a:ext cx="3809441" cy="584775"/>
          </a:xfrm>
          <a:prstGeom prst="rect">
            <a:avLst/>
          </a:prstGeom>
          <a:noFill/>
        </p:spPr>
        <p:txBody>
          <a:bodyPr wrap="none" lIns="91440" tIns="45720" rIns="91440" bIns="45720" rtlCol="0" anchor="t">
            <a:spAutoFit/>
          </a:bodyPr>
          <a:lstStyle/>
          <a:p>
            <a:r>
              <a:rPr lang="en-US" sz="3200" b="1">
                <a:latin typeface="+mj-lt"/>
              </a:rPr>
              <a:t>Compare Similar CPP’s</a:t>
            </a:r>
          </a:p>
        </p:txBody>
      </p:sp>
      <p:pic>
        <p:nvPicPr>
          <p:cNvPr id="9" name="Picture 8">
            <a:extLst>
              <a:ext uri="{FF2B5EF4-FFF2-40B4-BE49-F238E27FC236}">
                <a16:creationId xmlns:a16="http://schemas.microsoft.com/office/drawing/2014/main" id="{899CF4F4-98FA-9B40-8E8E-31200B4A8536}"/>
              </a:ext>
            </a:extLst>
          </p:cNvPr>
          <p:cNvPicPr>
            <a:picLocks noChangeAspect="1"/>
          </p:cNvPicPr>
          <p:nvPr/>
        </p:nvPicPr>
        <p:blipFill>
          <a:blip r:embed="rId3"/>
          <a:stretch>
            <a:fillRect/>
          </a:stretch>
        </p:blipFill>
        <p:spPr>
          <a:xfrm>
            <a:off x="8107053" y="6372074"/>
            <a:ext cx="820132" cy="422343"/>
          </a:xfrm>
          <a:prstGeom prst="rect">
            <a:avLst/>
          </a:prstGeom>
        </p:spPr>
      </p:pic>
      <p:sp>
        <p:nvSpPr>
          <p:cNvPr id="10" name="Rectangle 9">
            <a:extLst>
              <a:ext uri="{FF2B5EF4-FFF2-40B4-BE49-F238E27FC236}">
                <a16:creationId xmlns:a16="http://schemas.microsoft.com/office/drawing/2014/main" id="{48C09B99-843D-0B47-B22E-EE0357EE42A9}"/>
              </a:ext>
            </a:extLst>
          </p:cNvPr>
          <p:cNvSpPr/>
          <p:nvPr/>
        </p:nvSpPr>
        <p:spPr>
          <a:xfrm>
            <a:off x="0" y="6165130"/>
            <a:ext cx="9144000" cy="104823"/>
          </a:xfrm>
          <a:prstGeom prst="rect">
            <a:avLst/>
          </a:prstGeom>
          <a:solidFill>
            <a:srgbClr val="00324F"/>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1CDF63C6-C53C-573D-A343-D3EB4C12939D}"/>
              </a:ext>
            </a:extLst>
          </p:cNvPr>
          <p:cNvPicPr>
            <a:picLocks noChangeAspect="1"/>
          </p:cNvPicPr>
          <p:nvPr/>
        </p:nvPicPr>
        <p:blipFill rotWithShape="1">
          <a:blip r:embed="rId4"/>
          <a:srcRect t="17138" r="2371" b="6113"/>
          <a:stretch/>
        </p:blipFill>
        <p:spPr>
          <a:xfrm>
            <a:off x="116401" y="1464972"/>
            <a:ext cx="8927185" cy="3947594"/>
          </a:xfrm>
          <a:prstGeom prst="rect">
            <a:avLst/>
          </a:prstGeom>
        </p:spPr>
      </p:pic>
    </p:spTree>
    <p:extLst>
      <p:ext uri="{BB962C8B-B14F-4D97-AF65-F5344CB8AC3E}">
        <p14:creationId xmlns:p14="http://schemas.microsoft.com/office/powerpoint/2010/main" val="4404293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6DEE36F7-ADB3-3246-BD78-C41E4F77BEBF}"/>
              </a:ext>
            </a:extLst>
          </p:cNvPr>
          <p:cNvCxnSpPr>
            <a:cxnSpLocks/>
          </p:cNvCxnSpPr>
          <p:nvPr/>
        </p:nvCxnSpPr>
        <p:spPr>
          <a:xfrm>
            <a:off x="0" y="1022399"/>
            <a:ext cx="9144000" cy="0"/>
          </a:xfrm>
          <a:prstGeom prst="line">
            <a:avLst/>
          </a:prstGeom>
          <a:ln w="19050">
            <a:solidFill>
              <a:srgbClr val="03243D"/>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DD3B88B8-9994-574D-86F4-A852A4AB9BB8}"/>
              </a:ext>
            </a:extLst>
          </p:cNvPr>
          <p:cNvSpPr/>
          <p:nvPr/>
        </p:nvSpPr>
        <p:spPr>
          <a:xfrm>
            <a:off x="0" y="6251099"/>
            <a:ext cx="9144000" cy="606902"/>
          </a:xfrm>
          <a:prstGeom prst="rect">
            <a:avLst/>
          </a:prstGeom>
          <a:solidFill>
            <a:srgbClr val="03243D"/>
          </a:solidFill>
          <a:ln w="3175">
            <a:solidFill>
              <a:srgbClr val="2F528F">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
        <p:nvSpPr>
          <p:cNvPr id="8" name="TextBox 7">
            <a:extLst>
              <a:ext uri="{FF2B5EF4-FFF2-40B4-BE49-F238E27FC236}">
                <a16:creationId xmlns:a16="http://schemas.microsoft.com/office/drawing/2014/main" id="{35B3406E-80AC-D847-A030-7B1B0BA27B64}"/>
              </a:ext>
            </a:extLst>
          </p:cNvPr>
          <p:cNvSpPr txBox="1"/>
          <p:nvPr/>
        </p:nvSpPr>
        <p:spPr>
          <a:xfrm>
            <a:off x="116401" y="6400355"/>
            <a:ext cx="6183748" cy="307777"/>
          </a:xfrm>
          <a:prstGeom prst="rect">
            <a:avLst/>
          </a:prstGeom>
          <a:noFill/>
        </p:spPr>
        <p:txBody>
          <a:bodyPr wrap="square" rtlCol="0">
            <a:spAutoFit/>
          </a:bodyPr>
          <a:lstStyle/>
          <a:p>
            <a:pPr lvl="0"/>
            <a:r>
              <a:rPr lang="en-GB" sz="1400" i="1">
                <a:solidFill>
                  <a:schemeClr val="bg1"/>
                </a:solidFill>
                <a:latin typeface="Helvetica" pitchFamily="2" charset="0"/>
              </a:rPr>
              <a:t>The ‘go to’ organisation for Local Government improvement in Scotland</a:t>
            </a:r>
          </a:p>
        </p:txBody>
      </p:sp>
      <p:pic>
        <p:nvPicPr>
          <p:cNvPr id="11" name="Picture 10">
            <a:extLst>
              <a:ext uri="{FF2B5EF4-FFF2-40B4-BE49-F238E27FC236}">
                <a16:creationId xmlns:a16="http://schemas.microsoft.com/office/drawing/2014/main" id="{35A67A80-745E-8448-802F-9E7B53867113}"/>
              </a:ext>
            </a:extLst>
          </p:cNvPr>
          <p:cNvPicPr>
            <a:picLocks noChangeAspect="1"/>
          </p:cNvPicPr>
          <p:nvPr/>
        </p:nvPicPr>
        <p:blipFill>
          <a:blip r:embed="rId3"/>
          <a:stretch>
            <a:fillRect/>
          </a:stretch>
        </p:blipFill>
        <p:spPr>
          <a:xfrm>
            <a:off x="8007551" y="6311576"/>
            <a:ext cx="887817" cy="457200"/>
          </a:xfrm>
          <a:prstGeom prst="rect">
            <a:avLst/>
          </a:prstGeom>
        </p:spPr>
      </p:pic>
      <p:sp>
        <p:nvSpPr>
          <p:cNvPr id="9" name="Rectangle 8">
            <a:extLst>
              <a:ext uri="{FF2B5EF4-FFF2-40B4-BE49-F238E27FC236}">
                <a16:creationId xmlns:a16="http://schemas.microsoft.com/office/drawing/2014/main" id="{09944D84-D06D-8943-AB34-17A5C4ED12DB}"/>
              </a:ext>
            </a:extLst>
          </p:cNvPr>
          <p:cNvSpPr/>
          <p:nvPr/>
        </p:nvSpPr>
        <p:spPr>
          <a:xfrm>
            <a:off x="0" y="6165130"/>
            <a:ext cx="9144000" cy="104823"/>
          </a:xfrm>
          <a:prstGeom prst="rect">
            <a:avLst/>
          </a:prstGeom>
          <a:solidFill>
            <a:srgbClr val="D1222B"/>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TextBox 56">
            <a:extLst>
              <a:ext uri="{FF2B5EF4-FFF2-40B4-BE49-F238E27FC236}">
                <a16:creationId xmlns:a16="http://schemas.microsoft.com/office/drawing/2014/main" id="{0DCC17A4-388C-41E1-A84E-ED5D7F1027AD}"/>
              </a:ext>
            </a:extLst>
          </p:cNvPr>
          <p:cNvSpPr txBox="1"/>
          <p:nvPr/>
        </p:nvSpPr>
        <p:spPr>
          <a:xfrm>
            <a:off x="257908" y="288368"/>
            <a:ext cx="3551742" cy="584775"/>
          </a:xfrm>
          <a:prstGeom prst="rect">
            <a:avLst/>
          </a:prstGeom>
          <a:noFill/>
        </p:spPr>
        <p:txBody>
          <a:bodyPr wrap="none" rtlCol="0">
            <a:spAutoFit/>
          </a:bodyPr>
          <a:lstStyle/>
          <a:p>
            <a:r>
              <a:rPr lang="en-US" sz="3200" b="1">
                <a:latin typeface="+mj-lt"/>
              </a:rPr>
              <a:t>Inequality Over Time</a:t>
            </a:r>
          </a:p>
        </p:txBody>
      </p:sp>
      <p:pic>
        <p:nvPicPr>
          <p:cNvPr id="3" name="Picture 2">
            <a:extLst>
              <a:ext uri="{FF2B5EF4-FFF2-40B4-BE49-F238E27FC236}">
                <a16:creationId xmlns:a16="http://schemas.microsoft.com/office/drawing/2014/main" id="{81E1F2BE-93AA-E7FD-7A8C-A8C1DF1CC197}"/>
              </a:ext>
            </a:extLst>
          </p:cNvPr>
          <p:cNvPicPr>
            <a:picLocks noChangeAspect="1"/>
          </p:cNvPicPr>
          <p:nvPr/>
        </p:nvPicPr>
        <p:blipFill rotWithShape="1">
          <a:blip r:embed="rId4"/>
          <a:srcRect t="16303" b="5278"/>
          <a:stretch/>
        </p:blipFill>
        <p:spPr>
          <a:xfrm>
            <a:off x="0" y="1695767"/>
            <a:ext cx="9144000" cy="4033522"/>
          </a:xfrm>
          <a:prstGeom prst="rect">
            <a:avLst/>
          </a:prstGeom>
        </p:spPr>
      </p:pic>
    </p:spTree>
    <p:extLst>
      <p:ext uri="{BB962C8B-B14F-4D97-AF65-F5344CB8AC3E}">
        <p14:creationId xmlns:p14="http://schemas.microsoft.com/office/powerpoint/2010/main" val="1096534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07D09472-D842-7C42-B0AC-03954D7AE772}"/>
              </a:ext>
            </a:extLst>
          </p:cNvPr>
          <p:cNvCxnSpPr>
            <a:cxnSpLocks/>
          </p:cNvCxnSpPr>
          <p:nvPr/>
        </p:nvCxnSpPr>
        <p:spPr>
          <a:xfrm>
            <a:off x="0" y="712407"/>
            <a:ext cx="9144000" cy="0"/>
          </a:xfrm>
          <a:prstGeom prst="line">
            <a:avLst/>
          </a:prstGeom>
          <a:ln w="19050">
            <a:solidFill>
              <a:srgbClr val="D1222B"/>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566D7698-7521-8944-9204-2ED6A73B081F}"/>
              </a:ext>
            </a:extLst>
          </p:cNvPr>
          <p:cNvSpPr/>
          <p:nvPr/>
        </p:nvSpPr>
        <p:spPr>
          <a:xfrm>
            <a:off x="0" y="6251099"/>
            <a:ext cx="9144000" cy="606902"/>
          </a:xfrm>
          <a:prstGeom prst="rect">
            <a:avLst/>
          </a:prstGeom>
          <a:solidFill>
            <a:srgbClr val="D1222B"/>
          </a:solidFill>
          <a:ln w="3175">
            <a:solidFill>
              <a:srgbClr val="2F528F">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
        <p:nvSpPr>
          <p:cNvPr id="6" name="TextBox 5">
            <a:extLst>
              <a:ext uri="{FF2B5EF4-FFF2-40B4-BE49-F238E27FC236}">
                <a16:creationId xmlns:a16="http://schemas.microsoft.com/office/drawing/2014/main" id="{947D2290-61A2-7941-9635-7CF3848DA9F3}"/>
              </a:ext>
            </a:extLst>
          </p:cNvPr>
          <p:cNvSpPr txBox="1"/>
          <p:nvPr/>
        </p:nvSpPr>
        <p:spPr>
          <a:xfrm>
            <a:off x="116401" y="6400355"/>
            <a:ext cx="6183748" cy="307777"/>
          </a:xfrm>
          <a:prstGeom prst="rect">
            <a:avLst/>
          </a:prstGeom>
          <a:noFill/>
        </p:spPr>
        <p:txBody>
          <a:bodyPr wrap="square" rtlCol="0">
            <a:spAutoFit/>
          </a:bodyPr>
          <a:lstStyle/>
          <a:p>
            <a:pPr lvl="0"/>
            <a:r>
              <a:rPr lang="en-GB" sz="1400" i="1">
                <a:solidFill>
                  <a:schemeClr val="bg1"/>
                </a:solidFill>
                <a:latin typeface="Helvetica" pitchFamily="2" charset="0"/>
              </a:rPr>
              <a:t>The ‘go to’ organisation for Local Government improvement in Scotland</a:t>
            </a:r>
          </a:p>
        </p:txBody>
      </p:sp>
      <p:sp>
        <p:nvSpPr>
          <p:cNvPr id="8" name="TextBox 7">
            <a:extLst>
              <a:ext uri="{FF2B5EF4-FFF2-40B4-BE49-F238E27FC236}">
                <a16:creationId xmlns:a16="http://schemas.microsoft.com/office/drawing/2014/main" id="{94B48617-128C-424A-8171-21B1D69C3D0E}"/>
              </a:ext>
            </a:extLst>
          </p:cNvPr>
          <p:cNvSpPr txBox="1"/>
          <p:nvPr/>
        </p:nvSpPr>
        <p:spPr>
          <a:xfrm>
            <a:off x="257908" y="119646"/>
            <a:ext cx="7659341" cy="584775"/>
          </a:xfrm>
          <a:prstGeom prst="rect">
            <a:avLst/>
          </a:prstGeom>
          <a:noFill/>
        </p:spPr>
        <p:txBody>
          <a:bodyPr wrap="none" lIns="91440" tIns="45720" rIns="91440" bIns="45720" rtlCol="0" anchor="t">
            <a:spAutoFit/>
          </a:bodyPr>
          <a:lstStyle/>
          <a:p>
            <a:r>
              <a:rPr lang="en-US" sz="3200" b="1">
                <a:latin typeface="+mj-lt"/>
              </a:rPr>
              <a:t>Vulnerable Communities – Percentage Change</a:t>
            </a:r>
          </a:p>
        </p:txBody>
      </p:sp>
      <p:pic>
        <p:nvPicPr>
          <p:cNvPr id="9" name="Picture 8">
            <a:extLst>
              <a:ext uri="{FF2B5EF4-FFF2-40B4-BE49-F238E27FC236}">
                <a16:creationId xmlns:a16="http://schemas.microsoft.com/office/drawing/2014/main" id="{899CF4F4-98FA-9B40-8E8E-31200B4A8536}"/>
              </a:ext>
            </a:extLst>
          </p:cNvPr>
          <p:cNvPicPr>
            <a:picLocks noChangeAspect="1"/>
          </p:cNvPicPr>
          <p:nvPr/>
        </p:nvPicPr>
        <p:blipFill>
          <a:blip r:embed="rId3"/>
          <a:stretch>
            <a:fillRect/>
          </a:stretch>
        </p:blipFill>
        <p:spPr>
          <a:xfrm>
            <a:off x="8107053" y="6372074"/>
            <a:ext cx="820132" cy="422343"/>
          </a:xfrm>
          <a:prstGeom prst="rect">
            <a:avLst/>
          </a:prstGeom>
        </p:spPr>
      </p:pic>
      <p:sp>
        <p:nvSpPr>
          <p:cNvPr id="10" name="Rectangle 9">
            <a:extLst>
              <a:ext uri="{FF2B5EF4-FFF2-40B4-BE49-F238E27FC236}">
                <a16:creationId xmlns:a16="http://schemas.microsoft.com/office/drawing/2014/main" id="{48C09B99-843D-0B47-B22E-EE0357EE42A9}"/>
              </a:ext>
            </a:extLst>
          </p:cNvPr>
          <p:cNvSpPr/>
          <p:nvPr/>
        </p:nvSpPr>
        <p:spPr>
          <a:xfrm>
            <a:off x="0" y="6165130"/>
            <a:ext cx="9144000" cy="104823"/>
          </a:xfrm>
          <a:prstGeom prst="rect">
            <a:avLst/>
          </a:prstGeom>
          <a:solidFill>
            <a:srgbClr val="00324F"/>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27D31460-DA8D-E75E-923E-E6FE3CE876CC}"/>
              </a:ext>
            </a:extLst>
          </p:cNvPr>
          <p:cNvPicPr>
            <a:picLocks noChangeAspect="1"/>
          </p:cNvPicPr>
          <p:nvPr/>
        </p:nvPicPr>
        <p:blipFill rotWithShape="1">
          <a:blip r:embed="rId4"/>
          <a:srcRect t="16489" r="2371" b="5186"/>
          <a:stretch/>
        </p:blipFill>
        <p:spPr>
          <a:xfrm>
            <a:off x="108407" y="1262392"/>
            <a:ext cx="8927185" cy="4028652"/>
          </a:xfrm>
          <a:prstGeom prst="rect">
            <a:avLst/>
          </a:prstGeom>
        </p:spPr>
      </p:pic>
    </p:spTree>
    <p:extLst>
      <p:ext uri="{BB962C8B-B14F-4D97-AF65-F5344CB8AC3E}">
        <p14:creationId xmlns:p14="http://schemas.microsoft.com/office/powerpoint/2010/main" val="15490104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6DEE36F7-ADB3-3246-BD78-C41E4F77BEBF}"/>
              </a:ext>
            </a:extLst>
          </p:cNvPr>
          <p:cNvCxnSpPr>
            <a:cxnSpLocks/>
          </p:cNvCxnSpPr>
          <p:nvPr/>
        </p:nvCxnSpPr>
        <p:spPr>
          <a:xfrm>
            <a:off x="0" y="1022399"/>
            <a:ext cx="9144000" cy="0"/>
          </a:xfrm>
          <a:prstGeom prst="line">
            <a:avLst/>
          </a:prstGeom>
          <a:ln w="19050">
            <a:solidFill>
              <a:srgbClr val="03243D"/>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DD3B88B8-9994-574D-86F4-A852A4AB9BB8}"/>
              </a:ext>
            </a:extLst>
          </p:cNvPr>
          <p:cNvSpPr/>
          <p:nvPr/>
        </p:nvSpPr>
        <p:spPr>
          <a:xfrm>
            <a:off x="0" y="6251099"/>
            <a:ext cx="9144000" cy="606902"/>
          </a:xfrm>
          <a:prstGeom prst="rect">
            <a:avLst/>
          </a:prstGeom>
          <a:solidFill>
            <a:srgbClr val="03243D"/>
          </a:solidFill>
          <a:ln w="3175">
            <a:solidFill>
              <a:srgbClr val="2F528F">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
        <p:nvSpPr>
          <p:cNvPr id="8" name="TextBox 7">
            <a:extLst>
              <a:ext uri="{FF2B5EF4-FFF2-40B4-BE49-F238E27FC236}">
                <a16:creationId xmlns:a16="http://schemas.microsoft.com/office/drawing/2014/main" id="{35B3406E-80AC-D847-A030-7B1B0BA27B64}"/>
              </a:ext>
            </a:extLst>
          </p:cNvPr>
          <p:cNvSpPr txBox="1"/>
          <p:nvPr/>
        </p:nvSpPr>
        <p:spPr>
          <a:xfrm>
            <a:off x="116401" y="6400355"/>
            <a:ext cx="6183748" cy="307777"/>
          </a:xfrm>
          <a:prstGeom prst="rect">
            <a:avLst/>
          </a:prstGeom>
          <a:noFill/>
        </p:spPr>
        <p:txBody>
          <a:bodyPr wrap="square" rtlCol="0">
            <a:spAutoFit/>
          </a:bodyPr>
          <a:lstStyle/>
          <a:p>
            <a:pPr lvl="0"/>
            <a:r>
              <a:rPr lang="en-GB" sz="1400" i="1">
                <a:solidFill>
                  <a:schemeClr val="bg1"/>
                </a:solidFill>
                <a:latin typeface="Helvetica" pitchFamily="2" charset="0"/>
              </a:rPr>
              <a:t>The ‘go to’ organisation for Local Government improvement in Scotland</a:t>
            </a:r>
          </a:p>
        </p:txBody>
      </p:sp>
      <p:pic>
        <p:nvPicPr>
          <p:cNvPr id="11" name="Picture 10">
            <a:extLst>
              <a:ext uri="{FF2B5EF4-FFF2-40B4-BE49-F238E27FC236}">
                <a16:creationId xmlns:a16="http://schemas.microsoft.com/office/drawing/2014/main" id="{35A67A80-745E-8448-802F-9E7B53867113}"/>
              </a:ext>
            </a:extLst>
          </p:cNvPr>
          <p:cNvPicPr>
            <a:picLocks noChangeAspect="1"/>
          </p:cNvPicPr>
          <p:nvPr/>
        </p:nvPicPr>
        <p:blipFill>
          <a:blip r:embed="rId3"/>
          <a:stretch>
            <a:fillRect/>
          </a:stretch>
        </p:blipFill>
        <p:spPr>
          <a:xfrm>
            <a:off x="8007551" y="6311576"/>
            <a:ext cx="887817" cy="457200"/>
          </a:xfrm>
          <a:prstGeom prst="rect">
            <a:avLst/>
          </a:prstGeom>
        </p:spPr>
      </p:pic>
      <p:sp>
        <p:nvSpPr>
          <p:cNvPr id="9" name="Rectangle 8">
            <a:extLst>
              <a:ext uri="{FF2B5EF4-FFF2-40B4-BE49-F238E27FC236}">
                <a16:creationId xmlns:a16="http://schemas.microsoft.com/office/drawing/2014/main" id="{09944D84-D06D-8943-AB34-17A5C4ED12DB}"/>
              </a:ext>
            </a:extLst>
          </p:cNvPr>
          <p:cNvSpPr/>
          <p:nvPr/>
        </p:nvSpPr>
        <p:spPr>
          <a:xfrm>
            <a:off x="0" y="6165130"/>
            <a:ext cx="9144000" cy="104823"/>
          </a:xfrm>
          <a:prstGeom prst="rect">
            <a:avLst/>
          </a:prstGeom>
          <a:solidFill>
            <a:srgbClr val="D1222B"/>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TextBox 56">
            <a:extLst>
              <a:ext uri="{FF2B5EF4-FFF2-40B4-BE49-F238E27FC236}">
                <a16:creationId xmlns:a16="http://schemas.microsoft.com/office/drawing/2014/main" id="{0DCC17A4-388C-41E1-A84E-ED5D7F1027AD}"/>
              </a:ext>
            </a:extLst>
          </p:cNvPr>
          <p:cNvSpPr txBox="1"/>
          <p:nvPr/>
        </p:nvSpPr>
        <p:spPr>
          <a:xfrm>
            <a:off x="257908" y="288368"/>
            <a:ext cx="6741141" cy="584775"/>
          </a:xfrm>
          <a:prstGeom prst="rect">
            <a:avLst/>
          </a:prstGeom>
          <a:noFill/>
        </p:spPr>
        <p:txBody>
          <a:bodyPr wrap="none" rtlCol="0">
            <a:spAutoFit/>
          </a:bodyPr>
          <a:lstStyle/>
          <a:p>
            <a:r>
              <a:rPr lang="en-US" sz="3200" b="1">
                <a:latin typeface="+mj-lt"/>
              </a:rPr>
              <a:t>Vulnerable Communities – Value Change</a:t>
            </a:r>
          </a:p>
        </p:txBody>
      </p:sp>
      <p:pic>
        <p:nvPicPr>
          <p:cNvPr id="4" name="Picture 3">
            <a:extLst>
              <a:ext uri="{FF2B5EF4-FFF2-40B4-BE49-F238E27FC236}">
                <a16:creationId xmlns:a16="http://schemas.microsoft.com/office/drawing/2014/main" id="{494030A5-FD9D-5645-776D-1D27B3BD594E}"/>
              </a:ext>
            </a:extLst>
          </p:cNvPr>
          <p:cNvPicPr>
            <a:picLocks noChangeAspect="1"/>
          </p:cNvPicPr>
          <p:nvPr/>
        </p:nvPicPr>
        <p:blipFill rotWithShape="1">
          <a:blip r:embed="rId4"/>
          <a:srcRect t="17110" b="6114"/>
          <a:stretch/>
        </p:blipFill>
        <p:spPr>
          <a:xfrm>
            <a:off x="0" y="1737301"/>
            <a:ext cx="9144000" cy="3948982"/>
          </a:xfrm>
          <a:prstGeom prst="rect">
            <a:avLst/>
          </a:prstGeom>
        </p:spPr>
      </p:pic>
    </p:spTree>
    <p:extLst>
      <p:ext uri="{BB962C8B-B14F-4D97-AF65-F5344CB8AC3E}">
        <p14:creationId xmlns:p14="http://schemas.microsoft.com/office/powerpoint/2010/main" val="32933178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07D09472-D842-7C42-B0AC-03954D7AE772}"/>
              </a:ext>
            </a:extLst>
          </p:cNvPr>
          <p:cNvCxnSpPr>
            <a:cxnSpLocks/>
          </p:cNvCxnSpPr>
          <p:nvPr/>
        </p:nvCxnSpPr>
        <p:spPr>
          <a:xfrm>
            <a:off x="0" y="712407"/>
            <a:ext cx="9144000" cy="0"/>
          </a:xfrm>
          <a:prstGeom prst="line">
            <a:avLst/>
          </a:prstGeom>
          <a:ln w="19050">
            <a:solidFill>
              <a:srgbClr val="D1222B"/>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566D7698-7521-8944-9204-2ED6A73B081F}"/>
              </a:ext>
            </a:extLst>
          </p:cNvPr>
          <p:cNvSpPr/>
          <p:nvPr/>
        </p:nvSpPr>
        <p:spPr>
          <a:xfrm>
            <a:off x="0" y="6251099"/>
            <a:ext cx="9144000" cy="606902"/>
          </a:xfrm>
          <a:prstGeom prst="rect">
            <a:avLst/>
          </a:prstGeom>
          <a:solidFill>
            <a:srgbClr val="D1222B"/>
          </a:solidFill>
          <a:ln w="3175">
            <a:solidFill>
              <a:srgbClr val="2F528F">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
        <p:nvSpPr>
          <p:cNvPr id="6" name="TextBox 5">
            <a:extLst>
              <a:ext uri="{FF2B5EF4-FFF2-40B4-BE49-F238E27FC236}">
                <a16:creationId xmlns:a16="http://schemas.microsoft.com/office/drawing/2014/main" id="{947D2290-61A2-7941-9635-7CF3848DA9F3}"/>
              </a:ext>
            </a:extLst>
          </p:cNvPr>
          <p:cNvSpPr txBox="1"/>
          <p:nvPr/>
        </p:nvSpPr>
        <p:spPr>
          <a:xfrm>
            <a:off x="116401" y="6400355"/>
            <a:ext cx="6183748" cy="307777"/>
          </a:xfrm>
          <a:prstGeom prst="rect">
            <a:avLst/>
          </a:prstGeom>
          <a:noFill/>
        </p:spPr>
        <p:txBody>
          <a:bodyPr wrap="square" rtlCol="0">
            <a:spAutoFit/>
          </a:bodyPr>
          <a:lstStyle/>
          <a:p>
            <a:pPr lvl="0"/>
            <a:r>
              <a:rPr lang="en-GB" sz="1400" i="1">
                <a:solidFill>
                  <a:schemeClr val="bg1"/>
                </a:solidFill>
                <a:latin typeface="Helvetica" pitchFamily="2" charset="0"/>
              </a:rPr>
              <a:t>The ‘go to’ organisation for Local Government improvement in Scotland</a:t>
            </a:r>
          </a:p>
        </p:txBody>
      </p:sp>
      <p:sp>
        <p:nvSpPr>
          <p:cNvPr id="8" name="TextBox 7">
            <a:extLst>
              <a:ext uri="{FF2B5EF4-FFF2-40B4-BE49-F238E27FC236}">
                <a16:creationId xmlns:a16="http://schemas.microsoft.com/office/drawing/2014/main" id="{94B48617-128C-424A-8171-21B1D69C3D0E}"/>
              </a:ext>
            </a:extLst>
          </p:cNvPr>
          <p:cNvSpPr txBox="1"/>
          <p:nvPr/>
        </p:nvSpPr>
        <p:spPr>
          <a:xfrm>
            <a:off x="257908" y="119646"/>
            <a:ext cx="2945037" cy="584775"/>
          </a:xfrm>
          <a:prstGeom prst="rect">
            <a:avLst/>
          </a:prstGeom>
          <a:noFill/>
        </p:spPr>
        <p:txBody>
          <a:bodyPr wrap="none" lIns="91440" tIns="45720" rIns="91440" bIns="45720" rtlCol="0" anchor="t">
            <a:spAutoFit/>
          </a:bodyPr>
          <a:lstStyle/>
          <a:p>
            <a:r>
              <a:rPr lang="en-US" sz="3200" b="1">
                <a:latin typeface="+mj-lt"/>
              </a:rPr>
              <a:t>My Communities</a:t>
            </a:r>
          </a:p>
        </p:txBody>
      </p:sp>
      <p:pic>
        <p:nvPicPr>
          <p:cNvPr id="9" name="Picture 8">
            <a:extLst>
              <a:ext uri="{FF2B5EF4-FFF2-40B4-BE49-F238E27FC236}">
                <a16:creationId xmlns:a16="http://schemas.microsoft.com/office/drawing/2014/main" id="{899CF4F4-98FA-9B40-8E8E-31200B4A8536}"/>
              </a:ext>
            </a:extLst>
          </p:cNvPr>
          <p:cNvPicPr>
            <a:picLocks noChangeAspect="1"/>
          </p:cNvPicPr>
          <p:nvPr/>
        </p:nvPicPr>
        <p:blipFill>
          <a:blip r:embed="rId3"/>
          <a:stretch>
            <a:fillRect/>
          </a:stretch>
        </p:blipFill>
        <p:spPr>
          <a:xfrm>
            <a:off x="8107053" y="6372074"/>
            <a:ext cx="820132" cy="422343"/>
          </a:xfrm>
          <a:prstGeom prst="rect">
            <a:avLst/>
          </a:prstGeom>
        </p:spPr>
      </p:pic>
      <p:sp>
        <p:nvSpPr>
          <p:cNvPr id="10" name="Rectangle 9">
            <a:extLst>
              <a:ext uri="{FF2B5EF4-FFF2-40B4-BE49-F238E27FC236}">
                <a16:creationId xmlns:a16="http://schemas.microsoft.com/office/drawing/2014/main" id="{48C09B99-843D-0B47-B22E-EE0357EE42A9}"/>
              </a:ext>
            </a:extLst>
          </p:cNvPr>
          <p:cNvSpPr/>
          <p:nvPr/>
        </p:nvSpPr>
        <p:spPr>
          <a:xfrm>
            <a:off x="0" y="6165130"/>
            <a:ext cx="9144000" cy="104823"/>
          </a:xfrm>
          <a:prstGeom prst="rect">
            <a:avLst/>
          </a:prstGeom>
          <a:solidFill>
            <a:srgbClr val="00324F"/>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3F26DF42-FD82-E2FE-77E9-D7D4643CCC15}"/>
              </a:ext>
            </a:extLst>
          </p:cNvPr>
          <p:cNvPicPr>
            <a:picLocks noChangeAspect="1"/>
          </p:cNvPicPr>
          <p:nvPr/>
        </p:nvPicPr>
        <p:blipFill rotWithShape="1">
          <a:blip r:embed="rId4"/>
          <a:srcRect t="16111" b="6114"/>
          <a:stretch/>
        </p:blipFill>
        <p:spPr>
          <a:xfrm>
            <a:off x="0" y="1685925"/>
            <a:ext cx="9144000" cy="4000358"/>
          </a:xfrm>
          <a:prstGeom prst="rect">
            <a:avLst/>
          </a:prstGeom>
        </p:spPr>
      </p:pic>
    </p:spTree>
    <p:extLst>
      <p:ext uri="{BB962C8B-B14F-4D97-AF65-F5344CB8AC3E}">
        <p14:creationId xmlns:p14="http://schemas.microsoft.com/office/powerpoint/2010/main" val="12089003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6DEE36F7-ADB3-3246-BD78-C41E4F77BEBF}"/>
              </a:ext>
            </a:extLst>
          </p:cNvPr>
          <p:cNvCxnSpPr>
            <a:cxnSpLocks/>
          </p:cNvCxnSpPr>
          <p:nvPr/>
        </p:nvCxnSpPr>
        <p:spPr>
          <a:xfrm>
            <a:off x="0" y="1022399"/>
            <a:ext cx="9144000" cy="0"/>
          </a:xfrm>
          <a:prstGeom prst="line">
            <a:avLst/>
          </a:prstGeom>
          <a:ln w="19050">
            <a:solidFill>
              <a:srgbClr val="03243D"/>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DD3B88B8-9994-574D-86F4-A852A4AB9BB8}"/>
              </a:ext>
            </a:extLst>
          </p:cNvPr>
          <p:cNvSpPr/>
          <p:nvPr/>
        </p:nvSpPr>
        <p:spPr>
          <a:xfrm>
            <a:off x="0" y="6251099"/>
            <a:ext cx="9144000" cy="606902"/>
          </a:xfrm>
          <a:prstGeom prst="rect">
            <a:avLst/>
          </a:prstGeom>
          <a:solidFill>
            <a:srgbClr val="03243D"/>
          </a:solidFill>
          <a:ln w="3175">
            <a:solidFill>
              <a:srgbClr val="2F528F">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
        <p:nvSpPr>
          <p:cNvPr id="8" name="TextBox 7">
            <a:extLst>
              <a:ext uri="{FF2B5EF4-FFF2-40B4-BE49-F238E27FC236}">
                <a16:creationId xmlns:a16="http://schemas.microsoft.com/office/drawing/2014/main" id="{35B3406E-80AC-D847-A030-7B1B0BA27B64}"/>
              </a:ext>
            </a:extLst>
          </p:cNvPr>
          <p:cNvSpPr txBox="1"/>
          <p:nvPr/>
        </p:nvSpPr>
        <p:spPr>
          <a:xfrm>
            <a:off x="116401" y="6400355"/>
            <a:ext cx="6183748" cy="307777"/>
          </a:xfrm>
          <a:prstGeom prst="rect">
            <a:avLst/>
          </a:prstGeom>
          <a:noFill/>
        </p:spPr>
        <p:txBody>
          <a:bodyPr wrap="square" rtlCol="0">
            <a:spAutoFit/>
          </a:bodyPr>
          <a:lstStyle/>
          <a:p>
            <a:pPr lvl="0"/>
            <a:r>
              <a:rPr lang="en-GB" sz="1400" i="1">
                <a:solidFill>
                  <a:schemeClr val="bg1"/>
                </a:solidFill>
                <a:latin typeface="Helvetica" pitchFamily="2" charset="0"/>
              </a:rPr>
              <a:t>The ‘go to’ organisation for Local Government improvement in Scotland</a:t>
            </a:r>
          </a:p>
        </p:txBody>
      </p:sp>
      <p:pic>
        <p:nvPicPr>
          <p:cNvPr id="11" name="Picture 10">
            <a:extLst>
              <a:ext uri="{FF2B5EF4-FFF2-40B4-BE49-F238E27FC236}">
                <a16:creationId xmlns:a16="http://schemas.microsoft.com/office/drawing/2014/main" id="{35A67A80-745E-8448-802F-9E7B53867113}"/>
              </a:ext>
            </a:extLst>
          </p:cNvPr>
          <p:cNvPicPr>
            <a:picLocks noChangeAspect="1"/>
          </p:cNvPicPr>
          <p:nvPr/>
        </p:nvPicPr>
        <p:blipFill>
          <a:blip r:embed="rId3"/>
          <a:stretch>
            <a:fillRect/>
          </a:stretch>
        </p:blipFill>
        <p:spPr>
          <a:xfrm>
            <a:off x="8007551" y="6311576"/>
            <a:ext cx="887817" cy="457200"/>
          </a:xfrm>
          <a:prstGeom prst="rect">
            <a:avLst/>
          </a:prstGeom>
        </p:spPr>
      </p:pic>
      <p:sp>
        <p:nvSpPr>
          <p:cNvPr id="9" name="Rectangle 8">
            <a:extLst>
              <a:ext uri="{FF2B5EF4-FFF2-40B4-BE49-F238E27FC236}">
                <a16:creationId xmlns:a16="http://schemas.microsoft.com/office/drawing/2014/main" id="{09944D84-D06D-8943-AB34-17A5C4ED12DB}"/>
              </a:ext>
            </a:extLst>
          </p:cNvPr>
          <p:cNvSpPr/>
          <p:nvPr/>
        </p:nvSpPr>
        <p:spPr>
          <a:xfrm>
            <a:off x="0" y="6165130"/>
            <a:ext cx="9144000" cy="104823"/>
          </a:xfrm>
          <a:prstGeom prst="rect">
            <a:avLst/>
          </a:prstGeom>
          <a:solidFill>
            <a:srgbClr val="D1222B"/>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TextBox 56">
            <a:extLst>
              <a:ext uri="{FF2B5EF4-FFF2-40B4-BE49-F238E27FC236}">
                <a16:creationId xmlns:a16="http://schemas.microsoft.com/office/drawing/2014/main" id="{0DCC17A4-388C-41E1-A84E-ED5D7F1027AD}"/>
              </a:ext>
            </a:extLst>
          </p:cNvPr>
          <p:cNvSpPr txBox="1"/>
          <p:nvPr/>
        </p:nvSpPr>
        <p:spPr>
          <a:xfrm>
            <a:off x="257908" y="288368"/>
            <a:ext cx="3202287" cy="584775"/>
          </a:xfrm>
          <a:prstGeom prst="rect">
            <a:avLst/>
          </a:prstGeom>
          <a:noFill/>
        </p:spPr>
        <p:txBody>
          <a:bodyPr wrap="none" rtlCol="0">
            <a:spAutoFit/>
          </a:bodyPr>
          <a:lstStyle/>
          <a:p>
            <a:r>
              <a:rPr lang="en-US" sz="3200" b="1">
                <a:latin typeface="+mj-lt"/>
              </a:rPr>
              <a:t>Community Profile</a:t>
            </a:r>
          </a:p>
        </p:txBody>
      </p:sp>
      <p:pic>
        <p:nvPicPr>
          <p:cNvPr id="10" name="Picture 9">
            <a:extLst>
              <a:ext uri="{FF2B5EF4-FFF2-40B4-BE49-F238E27FC236}">
                <a16:creationId xmlns:a16="http://schemas.microsoft.com/office/drawing/2014/main" id="{C287E9D4-3B40-6C01-3445-2CD639FBAC42}"/>
              </a:ext>
            </a:extLst>
          </p:cNvPr>
          <p:cNvPicPr>
            <a:picLocks noChangeAspect="1"/>
          </p:cNvPicPr>
          <p:nvPr/>
        </p:nvPicPr>
        <p:blipFill rotWithShape="1">
          <a:blip r:embed="rId4"/>
          <a:srcRect t="15833" r="2719" b="5248"/>
          <a:stretch/>
        </p:blipFill>
        <p:spPr>
          <a:xfrm>
            <a:off x="116401" y="1517946"/>
            <a:ext cx="8895368" cy="4059136"/>
          </a:xfrm>
          <a:prstGeom prst="rect">
            <a:avLst/>
          </a:prstGeom>
        </p:spPr>
      </p:pic>
    </p:spTree>
    <p:extLst>
      <p:ext uri="{BB962C8B-B14F-4D97-AF65-F5344CB8AC3E}">
        <p14:creationId xmlns:p14="http://schemas.microsoft.com/office/powerpoint/2010/main" val="33931296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07D09472-D842-7C42-B0AC-03954D7AE772}"/>
              </a:ext>
            </a:extLst>
          </p:cNvPr>
          <p:cNvCxnSpPr>
            <a:cxnSpLocks/>
          </p:cNvCxnSpPr>
          <p:nvPr/>
        </p:nvCxnSpPr>
        <p:spPr>
          <a:xfrm>
            <a:off x="0" y="712407"/>
            <a:ext cx="9144000" cy="0"/>
          </a:xfrm>
          <a:prstGeom prst="line">
            <a:avLst/>
          </a:prstGeom>
          <a:ln w="19050">
            <a:solidFill>
              <a:srgbClr val="D1222B"/>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566D7698-7521-8944-9204-2ED6A73B081F}"/>
              </a:ext>
            </a:extLst>
          </p:cNvPr>
          <p:cNvSpPr/>
          <p:nvPr/>
        </p:nvSpPr>
        <p:spPr>
          <a:xfrm>
            <a:off x="0" y="6251099"/>
            <a:ext cx="9144000" cy="606902"/>
          </a:xfrm>
          <a:prstGeom prst="rect">
            <a:avLst/>
          </a:prstGeom>
          <a:solidFill>
            <a:srgbClr val="D1222B"/>
          </a:solidFill>
          <a:ln w="3175">
            <a:solidFill>
              <a:srgbClr val="2F528F">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
        <p:nvSpPr>
          <p:cNvPr id="6" name="TextBox 5">
            <a:extLst>
              <a:ext uri="{FF2B5EF4-FFF2-40B4-BE49-F238E27FC236}">
                <a16:creationId xmlns:a16="http://schemas.microsoft.com/office/drawing/2014/main" id="{947D2290-61A2-7941-9635-7CF3848DA9F3}"/>
              </a:ext>
            </a:extLst>
          </p:cNvPr>
          <p:cNvSpPr txBox="1"/>
          <p:nvPr/>
        </p:nvSpPr>
        <p:spPr>
          <a:xfrm>
            <a:off x="116401" y="6400355"/>
            <a:ext cx="6183748" cy="307777"/>
          </a:xfrm>
          <a:prstGeom prst="rect">
            <a:avLst/>
          </a:prstGeom>
          <a:noFill/>
        </p:spPr>
        <p:txBody>
          <a:bodyPr wrap="square" rtlCol="0">
            <a:spAutoFit/>
          </a:bodyPr>
          <a:lstStyle/>
          <a:p>
            <a:pPr lvl="0"/>
            <a:r>
              <a:rPr lang="en-GB" sz="1400" i="1">
                <a:solidFill>
                  <a:schemeClr val="bg1"/>
                </a:solidFill>
                <a:latin typeface="Helvetica" pitchFamily="2" charset="0"/>
              </a:rPr>
              <a:t>The ‘go to’ organisation for Local Government improvement in Scotland</a:t>
            </a:r>
          </a:p>
        </p:txBody>
      </p:sp>
      <p:sp>
        <p:nvSpPr>
          <p:cNvPr id="8" name="TextBox 7">
            <a:extLst>
              <a:ext uri="{FF2B5EF4-FFF2-40B4-BE49-F238E27FC236}">
                <a16:creationId xmlns:a16="http://schemas.microsoft.com/office/drawing/2014/main" id="{94B48617-128C-424A-8171-21B1D69C3D0E}"/>
              </a:ext>
            </a:extLst>
          </p:cNvPr>
          <p:cNvSpPr txBox="1"/>
          <p:nvPr/>
        </p:nvSpPr>
        <p:spPr>
          <a:xfrm>
            <a:off x="257908" y="119646"/>
            <a:ext cx="2834430" cy="584775"/>
          </a:xfrm>
          <a:prstGeom prst="rect">
            <a:avLst/>
          </a:prstGeom>
          <a:noFill/>
        </p:spPr>
        <p:txBody>
          <a:bodyPr wrap="none" lIns="91440" tIns="45720" rIns="91440" bIns="45720" rtlCol="0" anchor="t">
            <a:spAutoFit/>
          </a:bodyPr>
          <a:lstStyle/>
          <a:p>
            <a:r>
              <a:rPr lang="en-US" sz="3200" b="1">
                <a:latin typeface="+mj-lt"/>
              </a:rPr>
              <a:t>All Communities</a:t>
            </a:r>
          </a:p>
        </p:txBody>
      </p:sp>
      <p:pic>
        <p:nvPicPr>
          <p:cNvPr id="9" name="Picture 8">
            <a:extLst>
              <a:ext uri="{FF2B5EF4-FFF2-40B4-BE49-F238E27FC236}">
                <a16:creationId xmlns:a16="http://schemas.microsoft.com/office/drawing/2014/main" id="{899CF4F4-98FA-9B40-8E8E-31200B4A8536}"/>
              </a:ext>
            </a:extLst>
          </p:cNvPr>
          <p:cNvPicPr>
            <a:picLocks noChangeAspect="1"/>
          </p:cNvPicPr>
          <p:nvPr/>
        </p:nvPicPr>
        <p:blipFill>
          <a:blip r:embed="rId3"/>
          <a:stretch>
            <a:fillRect/>
          </a:stretch>
        </p:blipFill>
        <p:spPr>
          <a:xfrm>
            <a:off x="8107053" y="6372074"/>
            <a:ext cx="820132" cy="422343"/>
          </a:xfrm>
          <a:prstGeom prst="rect">
            <a:avLst/>
          </a:prstGeom>
        </p:spPr>
      </p:pic>
      <p:sp>
        <p:nvSpPr>
          <p:cNvPr id="10" name="Rectangle 9">
            <a:extLst>
              <a:ext uri="{FF2B5EF4-FFF2-40B4-BE49-F238E27FC236}">
                <a16:creationId xmlns:a16="http://schemas.microsoft.com/office/drawing/2014/main" id="{48C09B99-843D-0B47-B22E-EE0357EE42A9}"/>
              </a:ext>
            </a:extLst>
          </p:cNvPr>
          <p:cNvSpPr/>
          <p:nvPr/>
        </p:nvSpPr>
        <p:spPr>
          <a:xfrm>
            <a:off x="0" y="6165130"/>
            <a:ext cx="9144000" cy="104823"/>
          </a:xfrm>
          <a:prstGeom prst="rect">
            <a:avLst/>
          </a:prstGeom>
          <a:solidFill>
            <a:srgbClr val="00324F"/>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A328CF46-997D-74F0-BDAF-5BF20472CBD6}"/>
              </a:ext>
            </a:extLst>
          </p:cNvPr>
          <p:cNvPicPr>
            <a:picLocks noChangeAspect="1"/>
          </p:cNvPicPr>
          <p:nvPr/>
        </p:nvPicPr>
        <p:blipFill rotWithShape="1">
          <a:blip r:embed="rId4"/>
          <a:srcRect t="16395" r="1250" b="6669"/>
          <a:stretch/>
        </p:blipFill>
        <p:spPr>
          <a:xfrm>
            <a:off x="0" y="1460162"/>
            <a:ext cx="9029700" cy="3957214"/>
          </a:xfrm>
          <a:prstGeom prst="rect">
            <a:avLst/>
          </a:prstGeom>
        </p:spPr>
      </p:pic>
    </p:spTree>
    <p:extLst>
      <p:ext uri="{BB962C8B-B14F-4D97-AF65-F5344CB8AC3E}">
        <p14:creationId xmlns:p14="http://schemas.microsoft.com/office/powerpoint/2010/main" val="41148165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6DEE36F7-ADB3-3246-BD78-C41E4F77BEBF}"/>
              </a:ext>
            </a:extLst>
          </p:cNvPr>
          <p:cNvCxnSpPr>
            <a:cxnSpLocks/>
          </p:cNvCxnSpPr>
          <p:nvPr/>
        </p:nvCxnSpPr>
        <p:spPr>
          <a:xfrm>
            <a:off x="0" y="1022399"/>
            <a:ext cx="9144000" cy="0"/>
          </a:xfrm>
          <a:prstGeom prst="line">
            <a:avLst/>
          </a:prstGeom>
          <a:ln w="19050">
            <a:solidFill>
              <a:srgbClr val="03243D"/>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DD3B88B8-9994-574D-86F4-A852A4AB9BB8}"/>
              </a:ext>
            </a:extLst>
          </p:cNvPr>
          <p:cNvSpPr/>
          <p:nvPr/>
        </p:nvSpPr>
        <p:spPr>
          <a:xfrm>
            <a:off x="0" y="6251099"/>
            <a:ext cx="9144000" cy="606902"/>
          </a:xfrm>
          <a:prstGeom prst="rect">
            <a:avLst/>
          </a:prstGeom>
          <a:solidFill>
            <a:srgbClr val="03243D"/>
          </a:solidFill>
          <a:ln w="3175">
            <a:solidFill>
              <a:srgbClr val="2F528F">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
        <p:nvSpPr>
          <p:cNvPr id="8" name="TextBox 7">
            <a:extLst>
              <a:ext uri="{FF2B5EF4-FFF2-40B4-BE49-F238E27FC236}">
                <a16:creationId xmlns:a16="http://schemas.microsoft.com/office/drawing/2014/main" id="{35B3406E-80AC-D847-A030-7B1B0BA27B64}"/>
              </a:ext>
            </a:extLst>
          </p:cNvPr>
          <p:cNvSpPr txBox="1"/>
          <p:nvPr/>
        </p:nvSpPr>
        <p:spPr>
          <a:xfrm>
            <a:off x="116401" y="6400355"/>
            <a:ext cx="6183748" cy="307777"/>
          </a:xfrm>
          <a:prstGeom prst="rect">
            <a:avLst/>
          </a:prstGeom>
          <a:noFill/>
        </p:spPr>
        <p:txBody>
          <a:bodyPr wrap="square" rtlCol="0">
            <a:spAutoFit/>
          </a:bodyPr>
          <a:lstStyle/>
          <a:p>
            <a:pPr lvl="0"/>
            <a:r>
              <a:rPr lang="en-GB" sz="1400" i="1">
                <a:solidFill>
                  <a:schemeClr val="bg1"/>
                </a:solidFill>
                <a:latin typeface="Helvetica" pitchFamily="2" charset="0"/>
              </a:rPr>
              <a:t>The ‘go to’ organisation for Local Government improvement in Scotland</a:t>
            </a:r>
          </a:p>
        </p:txBody>
      </p:sp>
      <p:pic>
        <p:nvPicPr>
          <p:cNvPr id="11" name="Picture 10">
            <a:extLst>
              <a:ext uri="{FF2B5EF4-FFF2-40B4-BE49-F238E27FC236}">
                <a16:creationId xmlns:a16="http://schemas.microsoft.com/office/drawing/2014/main" id="{35A67A80-745E-8448-802F-9E7B53867113}"/>
              </a:ext>
            </a:extLst>
          </p:cNvPr>
          <p:cNvPicPr>
            <a:picLocks noChangeAspect="1"/>
          </p:cNvPicPr>
          <p:nvPr/>
        </p:nvPicPr>
        <p:blipFill>
          <a:blip r:embed="rId3"/>
          <a:stretch>
            <a:fillRect/>
          </a:stretch>
        </p:blipFill>
        <p:spPr>
          <a:xfrm>
            <a:off x="8007551" y="6311576"/>
            <a:ext cx="887817" cy="457200"/>
          </a:xfrm>
          <a:prstGeom prst="rect">
            <a:avLst/>
          </a:prstGeom>
        </p:spPr>
      </p:pic>
      <p:sp>
        <p:nvSpPr>
          <p:cNvPr id="9" name="Rectangle 8">
            <a:extLst>
              <a:ext uri="{FF2B5EF4-FFF2-40B4-BE49-F238E27FC236}">
                <a16:creationId xmlns:a16="http://schemas.microsoft.com/office/drawing/2014/main" id="{09944D84-D06D-8943-AB34-17A5C4ED12DB}"/>
              </a:ext>
            </a:extLst>
          </p:cNvPr>
          <p:cNvSpPr/>
          <p:nvPr/>
        </p:nvSpPr>
        <p:spPr>
          <a:xfrm>
            <a:off x="0" y="6165130"/>
            <a:ext cx="9144000" cy="104823"/>
          </a:xfrm>
          <a:prstGeom prst="rect">
            <a:avLst/>
          </a:prstGeom>
          <a:solidFill>
            <a:srgbClr val="D1222B"/>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TextBox 56">
            <a:extLst>
              <a:ext uri="{FF2B5EF4-FFF2-40B4-BE49-F238E27FC236}">
                <a16:creationId xmlns:a16="http://schemas.microsoft.com/office/drawing/2014/main" id="{0DCC17A4-388C-41E1-A84E-ED5D7F1027AD}"/>
              </a:ext>
            </a:extLst>
          </p:cNvPr>
          <p:cNvSpPr txBox="1"/>
          <p:nvPr/>
        </p:nvSpPr>
        <p:spPr>
          <a:xfrm>
            <a:off x="257908" y="288368"/>
            <a:ext cx="3861891" cy="584775"/>
          </a:xfrm>
          <a:prstGeom prst="rect">
            <a:avLst/>
          </a:prstGeom>
          <a:noFill/>
        </p:spPr>
        <p:txBody>
          <a:bodyPr wrap="none" rtlCol="0">
            <a:spAutoFit/>
          </a:bodyPr>
          <a:lstStyle/>
          <a:p>
            <a:r>
              <a:rPr lang="en-US" sz="3200" b="1">
                <a:latin typeface="+mj-lt"/>
              </a:rPr>
              <a:t>Data Zone Comparison</a:t>
            </a:r>
          </a:p>
        </p:txBody>
      </p:sp>
      <p:pic>
        <p:nvPicPr>
          <p:cNvPr id="3" name="Picture 2">
            <a:extLst>
              <a:ext uri="{FF2B5EF4-FFF2-40B4-BE49-F238E27FC236}">
                <a16:creationId xmlns:a16="http://schemas.microsoft.com/office/drawing/2014/main" id="{E2B9D819-2B0D-4C1F-7394-D2C0097E1235}"/>
              </a:ext>
            </a:extLst>
          </p:cNvPr>
          <p:cNvPicPr>
            <a:picLocks noChangeAspect="1"/>
          </p:cNvPicPr>
          <p:nvPr/>
        </p:nvPicPr>
        <p:blipFill rotWithShape="1">
          <a:blip r:embed="rId4"/>
          <a:srcRect t="17974" b="5249"/>
          <a:stretch/>
        </p:blipFill>
        <p:spPr>
          <a:xfrm>
            <a:off x="0" y="1781735"/>
            <a:ext cx="9144000" cy="3949044"/>
          </a:xfrm>
          <a:prstGeom prst="rect">
            <a:avLst/>
          </a:prstGeom>
        </p:spPr>
      </p:pic>
    </p:spTree>
    <p:extLst>
      <p:ext uri="{BB962C8B-B14F-4D97-AF65-F5344CB8AC3E}">
        <p14:creationId xmlns:p14="http://schemas.microsoft.com/office/powerpoint/2010/main" val="34748965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riangle 8">
            <a:extLst>
              <a:ext uri="{FF2B5EF4-FFF2-40B4-BE49-F238E27FC236}">
                <a16:creationId xmlns:a16="http://schemas.microsoft.com/office/drawing/2014/main" id="{97915D97-B1D3-1C4F-AB15-DB7B1C539A03}"/>
              </a:ext>
            </a:extLst>
          </p:cNvPr>
          <p:cNvSpPr/>
          <p:nvPr/>
        </p:nvSpPr>
        <p:spPr>
          <a:xfrm rot="5400000">
            <a:off x="488230" y="2749232"/>
            <a:ext cx="6877052" cy="1340481"/>
          </a:xfrm>
          <a:prstGeom prst="triangle">
            <a:avLst/>
          </a:prstGeom>
          <a:solidFill>
            <a:srgbClr val="D1222B"/>
          </a:solidFill>
          <a:ln w="28575">
            <a:solidFill>
              <a:srgbClr val="D1222B">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7A96C94-5274-3F4D-9C67-9934585AB39F}"/>
              </a:ext>
            </a:extLst>
          </p:cNvPr>
          <p:cNvSpPr/>
          <p:nvPr/>
        </p:nvSpPr>
        <p:spPr>
          <a:xfrm>
            <a:off x="1" y="0"/>
            <a:ext cx="3269398" cy="6858000"/>
          </a:xfrm>
          <a:prstGeom prst="rect">
            <a:avLst/>
          </a:prstGeom>
          <a:solidFill>
            <a:srgbClr val="00324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C9B4CDC7-F157-EE43-81A7-294E115357CF}"/>
              </a:ext>
            </a:extLst>
          </p:cNvPr>
          <p:cNvPicPr>
            <a:picLocks noChangeAspect="1"/>
          </p:cNvPicPr>
          <p:nvPr/>
        </p:nvPicPr>
        <p:blipFill>
          <a:blip r:embed="rId3"/>
          <a:stretch>
            <a:fillRect/>
          </a:stretch>
        </p:blipFill>
        <p:spPr>
          <a:xfrm>
            <a:off x="480766" y="2616462"/>
            <a:ext cx="2609075" cy="1313019"/>
          </a:xfrm>
          <a:prstGeom prst="rect">
            <a:avLst/>
          </a:prstGeom>
        </p:spPr>
      </p:pic>
      <p:sp>
        <p:nvSpPr>
          <p:cNvPr id="8" name="TextBox 7">
            <a:extLst>
              <a:ext uri="{FF2B5EF4-FFF2-40B4-BE49-F238E27FC236}">
                <a16:creationId xmlns:a16="http://schemas.microsoft.com/office/drawing/2014/main" id="{3F936AEF-BA07-9443-8793-A9A49485A72C}"/>
              </a:ext>
            </a:extLst>
          </p:cNvPr>
          <p:cNvSpPr txBox="1"/>
          <p:nvPr/>
        </p:nvSpPr>
        <p:spPr>
          <a:xfrm>
            <a:off x="461912" y="4405384"/>
            <a:ext cx="2895280" cy="877163"/>
          </a:xfrm>
          <a:prstGeom prst="rect">
            <a:avLst/>
          </a:prstGeom>
          <a:noFill/>
        </p:spPr>
        <p:txBody>
          <a:bodyPr wrap="square" rtlCol="0">
            <a:spAutoFit/>
          </a:bodyPr>
          <a:lstStyle/>
          <a:p>
            <a:r>
              <a:rPr lang="en-US" sz="1700" i="1">
                <a:solidFill>
                  <a:schemeClr val="bg1"/>
                </a:solidFill>
                <a:latin typeface="Helvetica" pitchFamily="2" charset="0"/>
                <a:cs typeface="Arial" panose="020B0604020202020204" pitchFamily="34" charset="0"/>
              </a:rPr>
              <a:t>The ‘go to’ </a:t>
            </a:r>
            <a:r>
              <a:rPr lang="en-US" sz="1700" i="1" err="1">
                <a:solidFill>
                  <a:schemeClr val="bg1"/>
                </a:solidFill>
                <a:latin typeface="Helvetica" pitchFamily="2" charset="0"/>
                <a:cs typeface="Arial" panose="020B0604020202020204" pitchFamily="34" charset="0"/>
              </a:rPr>
              <a:t>organisation</a:t>
            </a:r>
            <a:r>
              <a:rPr lang="en-US" sz="1700" i="1">
                <a:solidFill>
                  <a:schemeClr val="bg1"/>
                </a:solidFill>
                <a:latin typeface="Helvetica" pitchFamily="2" charset="0"/>
                <a:cs typeface="Arial" panose="020B0604020202020204" pitchFamily="34" charset="0"/>
              </a:rPr>
              <a:t> for Local Government improvement in Scotland</a:t>
            </a:r>
          </a:p>
        </p:txBody>
      </p:sp>
      <p:cxnSp>
        <p:nvCxnSpPr>
          <p:cNvPr id="17" name="Straight Connector 16">
            <a:extLst>
              <a:ext uri="{FF2B5EF4-FFF2-40B4-BE49-F238E27FC236}">
                <a16:creationId xmlns:a16="http://schemas.microsoft.com/office/drawing/2014/main" id="{77EED639-697D-B04A-AD5F-D244687083BB}"/>
              </a:ext>
            </a:extLst>
          </p:cNvPr>
          <p:cNvCxnSpPr>
            <a:cxnSpLocks/>
          </p:cNvCxnSpPr>
          <p:nvPr/>
        </p:nvCxnSpPr>
        <p:spPr>
          <a:xfrm>
            <a:off x="461912" y="4163407"/>
            <a:ext cx="2609076"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3245A596-4BC4-624F-A0EF-296A8714DF74}"/>
              </a:ext>
            </a:extLst>
          </p:cNvPr>
          <p:cNvSpPr txBox="1"/>
          <p:nvPr/>
        </p:nvSpPr>
        <p:spPr>
          <a:xfrm>
            <a:off x="4763671" y="2857472"/>
            <a:ext cx="4038601" cy="830997"/>
          </a:xfrm>
          <a:prstGeom prst="rect">
            <a:avLst/>
          </a:prstGeom>
          <a:noFill/>
        </p:spPr>
        <p:txBody>
          <a:bodyPr wrap="square" rtlCol="0">
            <a:spAutoFit/>
          </a:bodyPr>
          <a:lstStyle/>
          <a:p>
            <a:pPr algn="ctr"/>
            <a:r>
              <a:rPr lang="en-US" sz="4800" b="1">
                <a:solidFill>
                  <a:srgbClr val="00324F"/>
                </a:solidFill>
                <a:latin typeface="+mj-lt"/>
              </a:rPr>
              <a:t>Case Studies</a:t>
            </a:r>
          </a:p>
        </p:txBody>
      </p:sp>
      <p:sp>
        <p:nvSpPr>
          <p:cNvPr id="25" name="Triangle 24">
            <a:extLst>
              <a:ext uri="{FF2B5EF4-FFF2-40B4-BE49-F238E27FC236}">
                <a16:creationId xmlns:a16="http://schemas.microsoft.com/office/drawing/2014/main" id="{9A6DEA15-8065-4B49-A09D-A22E57EDB3C0}"/>
              </a:ext>
            </a:extLst>
          </p:cNvPr>
          <p:cNvSpPr/>
          <p:nvPr/>
        </p:nvSpPr>
        <p:spPr>
          <a:xfrm rot="5400000">
            <a:off x="390099" y="2847363"/>
            <a:ext cx="6877053" cy="1144220"/>
          </a:xfrm>
          <a:prstGeom prst="triangle">
            <a:avLst/>
          </a:prstGeom>
          <a:solidFill>
            <a:srgbClr val="00324F"/>
          </a:solidFill>
          <a:ln w="28575">
            <a:solidFill>
              <a:srgbClr val="00324F">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886137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6DEE36F7-ADB3-3246-BD78-C41E4F77BEBF}"/>
              </a:ext>
            </a:extLst>
          </p:cNvPr>
          <p:cNvCxnSpPr>
            <a:cxnSpLocks/>
          </p:cNvCxnSpPr>
          <p:nvPr/>
        </p:nvCxnSpPr>
        <p:spPr>
          <a:xfrm>
            <a:off x="0" y="1022399"/>
            <a:ext cx="9144000" cy="0"/>
          </a:xfrm>
          <a:prstGeom prst="line">
            <a:avLst/>
          </a:prstGeom>
          <a:ln w="19050">
            <a:solidFill>
              <a:srgbClr val="03243D"/>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DD3B88B8-9994-574D-86F4-A852A4AB9BB8}"/>
              </a:ext>
            </a:extLst>
          </p:cNvPr>
          <p:cNvSpPr/>
          <p:nvPr/>
        </p:nvSpPr>
        <p:spPr>
          <a:xfrm>
            <a:off x="0" y="6251099"/>
            <a:ext cx="9144000" cy="606902"/>
          </a:xfrm>
          <a:prstGeom prst="rect">
            <a:avLst/>
          </a:prstGeom>
          <a:solidFill>
            <a:srgbClr val="03243D"/>
          </a:solidFill>
          <a:ln w="3175">
            <a:solidFill>
              <a:srgbClr val="2F528F">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
        <p:nvSpPr>
          <p:cNvPr id="8" name="TextBox 7">
            <a:extLst>
              <a:ext uri="{FF2B5EF4-FFF2-40B4-BE49-F238E27FC236}">
                <a16:creationId xmlns:a16="http://schemas.microsoft.com/office/drawing/2014/main" id="{35B3406E-80AC-D847-A030-7B1B0BA27B64}"/>
              </a:ext>
            </a:extLst>
          </p:cNvPr>
          <p:cNvSpPr txBox="1"/>
          <p:nvPr/>
        </p:nvSpPr>
        <p:spPr>
          <a:xfrm>
            <a:off x="116401" y="6400355"/>
            <a:ext cx="6183748" cy="307777"/>
          </a:xfrm>
          <a:prstGeom prst="rect">
            <a:avLst/>
          </a:prstGeom>
          <a:noFill/>
        </p:spPr>
        <p:txBody>
          <a:bodyPr wrap="square" rtlCol="0">
            <a:spAutoFit/>
          </a:bodyPr>
          <a:lstStyle/>
          <a:p>
            <a:pPr lvl="0"/>
            <a:r>
              <a:rPr lang="en-GB" sz="1400" i="1">
                <a:solidFill>
                  <a:schemeClr val="bg1"/>
                </a:solidFill>
                <a:latin typeface="Helvetica" pitchFamily="2" charset="0"/>
              </a:rPr>
              <a:t>The ‘go to’ organisation for Local Government improvement in Scotland</a:t>
            </a:r>
          </a:p>
        </p:txBody>
      </p:sp>
      <p:pic>
        <p:nvPicPr>
          <p:cNvPr id="11" name="Picture 10">
            <a:extLst>
              <a:ext uri="{FF2B5EF4-FFF2-40B4-BE49-F238E27FC236}">
                <a16:creationId xmlns:a16="http://schemas.microsoft.com/office/drawing/2014/main" id="{35A67A80-745E-8448-802F-9E7B53867113}"/>
              </a:ext>
            </a:extLst>
          </p:cNvPr>
          <p:cNvPicPr>
            <a:picLocks noChangeAspect="1"/>
          </p:cNvPicPr>
          <p:nvPr/>
        </p:nvPicPr>
        <p:blipFill>
          <a:blip r:embed="rId3"/>
          <a:stretch>
            <a:fillRect/>
          </a:stretch>
        </p:blipFill>
        <p:spPr>
          <a:xfrm>
            <a:off x="8007551" y="6311576"/>
            <a:ext cx="887817" cy="457200"/>
          </a:xfrm>
          <a:prstGeom prst="rect">
            <a:avLst/>
          </a:prstGeom>
        </p:spPr>
      </p:pic>
      <p:sp>
        <p:nvSpPr>
          <p:cNvPr id="9" name="Rectangle 8">
            <a:extLst>
              <a:ext uri="{FF2B5EF4-FFF2-40B4-BE49-F238E27FC236}">
                <a16:creationId xmlns:a16="http://schemas.microsoft.com/office/drawing/2014/main" id="{09944D84-D06D-8943-AB34-17A5C4ED12DB}"/>
              </a:ext>
            </a:extLst>
          </p:cNvPr>
          <p:cNvSpPr/>
          <p:nvPr/>
        </p:nvSpPr>
        <p:spPr>
          <a:xfrm>
            <a:off x="0" y="6165130"/>
            <a:ext cx="9144000" cy="104823"/>
          </a:xfrm>
          <a:prstGeom prst="rect">
            <a:avLst/>
          </a:prstGeom>
          <a:solidFill>
            <a:srgbClr val="D1222B"/>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5A745BA2-A770-B3FE-E11C-1C447D7A18A0}"/>
              </a:ext>
            </a:extLst>
          </p:cNvPr>
          <p:cNvSpPr txBox="1"/>
          <p:nvPr/>
        </p:nvSpPr>
        <p:spPr>
          <a:xfrm>
            <a:off x="116401" y="384037"/>
            <a:ext cx="7156758" cy="523220"/>
          </a:xfrm>
          <a:prstGeom prst="rect">
            <a:avLst/>
          </a:prstGeom>
          <a:noFill/>
        </p:spPr>
        <p:txBody>
          <a:bodyPr wrap="square">
            <a:spAutoFit/>
          </a:bodyPr>
          <a:lstStyle/>
          <a:p>
            <a:pPr algn="l"/>
            <a:r>
              <a:rPr lang="en-GB" sz="2800" b="1" i="0">
                <a:solidFill>
                  <a:srgbClr val="003A60"/>
                </a:solidFill>
                <a:effectLst/>
                <a:latin typeface="proxima-nova"/>
              </a:rPr>
              <a:t>Case Studies – Fife Strategic Assessment</a:t>
            </a:r>
          </a:p>
        </p:txBody>
      </p:sp>
      <p:pic>
        <p:nvPicPr>
          <p:cNvPr id="6" name="Picture 5">
            <a:extLst>
              <a:ext uri="{FF2B5EF4-FFF2-40B4-BE49-F238E27FC236}">
                <a16:creationId xmlns:a16="http://schemas.microsoft.com/office/drawing/2014/main" id="{963AE023-C666-29F5-5564-4043366B6F63}"/>
              </a:ext>
            </a:extLst>
          </p:cNvPr>
          <p:cNvPicPr>
            <a:picLocks noChangeAspect="1"/>
          </p:cNvPicPr>
          <p:nvPr/>
        </p:nvPicPr>
        <p:blipFill>
          <a:blip r:embed="rId4"/>
          <a:stretch>
            <a:fillRect/>
          </a:stretch>
        </p:blipFill>
        <p:spPr>
          <a:xfrm>
            <a:off x="4727210" y="1520824"/>
            <a:ext cx="4168158" cy="4314777"/>
          </a:xfrm>
          <a:prstGeom prst="rect">
            <a:avLst/>
          </a:prstGeom>
        </p:spPr>
      </p:pic>
      <p:sp>
        <p:nvSpPr>
          <p:cNvPr id="10" name="TextBox 9">
            <a:extLst>
              <a:ext uri="{FF2B5EF4-FFF2-40B4-BE49-F238E27FC236}">
                <a16:creationId xmlns:a16="http://schemas.microsoft.com/office/drawing/2014/main" id="{A0EEFFB3-F764-09B7-033B-D25A57913420}"/>
              </a:ext>
            </a:extLst>
          </p:cNvPr>
          <p:cNvSpPr txBox="1"/>
          <p:nvPr/>
        </p:nvSpPr>
        <p:spPr>
          <a:xfrm>
            <a:off x="248632" y="1720840"/>
            <a:ext cx="4122501" cy="3785652"/>
          </a:xfrm>
          <a:prstGeom prst="rect">
            <a:avLst/>
          </a:prstGeom>
          <a:noFill/>
        </p:spPr>
        <p:txBody>
          <a:bodyPr wrap="square" rtlCol="0">
            <a:spAutoFit/>
          </a:bodyPr>
          <a:lstStyle/>
          <a:p>
            <a:pPr marL="285750" indent="-285750">
              <a:buFont typeface="Arial" panose="020B0604020202020204" pitchFamily="34" charset="0"/>
              <a:buChar char="•"/>
            </a:pPr>
            <a:r>
              <a:rPr lang="en-GB" sz="2000"/>
              <a:t>Fife regularly use CPOP to review and refresh their local strategic assessments</a:t>
            </a:r>
          </a:p>
          <a:p>
            <a:pPr marL="285750" indent="-285750">
              <a:buFont typeface="Arial" panose="020B0604020202020204" pitchFamily="34" charset="0"/>
              <a:buChar char="•"/>
            </a:pPr>
            <a:endParaRPr lang="en-GB" sz="2000"/>
          </a:p>
          <a:p>
            <a:pPr marL="285750" indent="-285750">
              <a:buFont typeface="Arial" panose="020B0604020202020204" pitchFamily="34" charset="0"/>
              <a:buChar char="•"/>
            </a:pPr>
            <a:r>
              <a:rPr lang="en-GB" sz="2000"/>
              <a:t>Data/analysis from CPOP</a:t>
            </a:r>
          </a:p>
          <a:p>
            <a:pPr marL="285750" indent="-285750">
              <a:buFont typeface="Arial" panose="020B0604020202020204" pitchFamily="34" charset="0"/>
              <a:buChar char="•"/>
            </a:pPr>
            <a:endParaRPr lang="en-GB" sz="2000"/>
          </a:p>
          <a:p>
            <a:pPr marL="285750" indent="-285750">
              <a:buFont typeface="Arial" panose="020B0604020202020204" pitchFamily="34" charset="0"/>
              <a:buChar char="•"/>
            </a:pPr>
            <a:r>
              <a:rPr lang="en-GB" sz="2000"/>
              <a:t>Includes comparisons with similar areas</a:t>
            </a:r>
          </a:p>
          <a:p>
            <a:pPr marL="285750" indent="-285750">
              <a:buFont typeface="Arial" panose="020B0604020202020204" pitchFamily="34" charset="0"/>
              <a:buChar char="•"/>
            </a:pPr>
            <a:endParaRPr lang="en-GB" sz="2000"/>
          </a:p>
          <a:p>
            <a:pPr marL="285750" indent="-285750">
              <a:buFont typeface="Arial" panose="020B0604020202020204" pitchFamily="34" charset="0"/>
              <a:buChar char="•"/>
            </a:pPr>
            <a:r>
              <a:rPr lang="en-GB" sz="2000"/>
              <a:t>Use the strategic assessment to identify issues and challenges facing the area</a:t>
            </a:r>
          </a:p>
        </p:txBody>
      </p:sp>
    </p:spTree>
    <p:extLst>
      <p:ext uri="{BB962C8B-B14F-4D97-AF65-F5344CB8AC3E}">
        <p14:creationId xmlns:p14="http://schemas.microsoft.com/office/powerpoint/2010/main" val="23657252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6DEE36F7-ADB3-3246-BD78-C41E4F77BEBF}"/>
              </a:ext>
            </a:extLst>
          </p:cNvPr>
          <p:cNvCxnSpPr>
            <a:cxnSpLocks/>
          </p:cNvCxnSpPr>
          <p:nvPr/>
        </p:nvCxnSpPr>
        <p:spPr>
          <a:xfrm>
            <a:off x="0" y="868209"/>
            <a:ext cx="9144000" cy="0"/>
          </a:xfrm>
          <a:prstGeom prst="line">
            <a:avLst/>
          </a:prstGeom>
          <a:ln w="19050">
            <a:solidFill>
              <a:srgbClr val="03243D"/>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DD3B88B8-9994-574D-86F4-A852A4AB9BB8}"/>
              </a:ext>
            </a:extLst>
          </p:cNvPr>
          <p:cNvSpPr/>
          <p:nvPr/>
        </p:nvSpPr>
        <p:spPr>
          <a:xfrm>
            <a:off x="0" y="6251099"/>
            <a:ext cx="9144000" cy="606902"/>
          </a:xfrm>
          <a:prstGeom prst="rect">
            <a:avLst/>
          </a:prstGeom>
          <a:solidFill>
            <a:srgbClr val="03243D"/>
          </a:solidFill>
          <a:ln w="3175">
            <a:solidFill>
              <a:srgbClr val="2F528F">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
        <p:nvSpPr>
          <p:cNvPr id="8" name="TextBox 7">
            <a:extLst>
              <a:ext uri="{FF2B5EF4-FFF2-40B4-BE49-F238E27FC236}">
                <a16:creationId xmlns:a16="http://schemas.microsoft.com/office/drawing/2014/main" id="{35B3406E-80AC-D847-A030-7B1B0BA27B64}"/>
              </a:ext>
            </a:extLst>
          </p:cNvPr>
          <p:cNvSpPr txBox="1"/>
          <p:nvPr/>
        </p:nvSpPr>
        <p:spPr>
          <a:xfrm>
            <a:off x="116401" y="6400355"/>
            <a:ext cx="6183748" cy="307777"/>
          </a:xfrm>
          <a:prstGeom prst="rect">
            <a:avLst/>
          </a:prstGeom>
          <a:noFill/>
        </p:spPr>
        <p:txBody>
          <a:bodyPr wrap="square" rtlCol="0">
            <a:spAutoFit/>
          </a:bodyPr>
          <a:lstStyle/>
          <a:p>
            <a:pPr lvl="0"/>
            <a:r>
              <a:rPr lang="en-GB" sz="1400" i="1">
                <a:solidFill>
                  <a:schemeClr val="bg1"/>
                </a:solidFill>
                <a:latin typeface="Helvetica" pitchFamily="2" charset="0"/>
              </a:rPr>
              <a:t>The ‘go to’ organisation for Local Government improvement in Scotland</a:t>
            </a:r>
          </a:p>
        </p:txBody>
      </p:sp>
      <p:pic>
        <p:nvPicPr>
          <p:cNvPr id="11" name="Picture 10">
            <a:extLst>
              <a:ext uri="{FF2B5EF4-FFF2-40B4-BE49-F238E27FC236}">
                <a16:creationId xmlns:a16="http://schemas.microsoft.com/office/drawing/2014/main" id="{35A67A80-745E-8448-802F-9E7B53867113}"/>
              </a:ext>
            </a:extLst>
          </p:cNvPr>
          <p:cNvPicPr>
            <a:picLocks noChangeAspect="1"/>
          </p:cNvPicPr>
          <p:nvPr/>
        </p:nvPicPr>
        <p:blipFill>
          <a:blip r:embed="rId3"/>
          <a:stretch>
            <a:fillRect/>
          </a:stretch>
        </p:blipFill>
        <p:spPr>
          <a:xfrm>
            <a:off x="8007551" y="6311576"/>
            <a:ext cx="887817" cy="457200"/>
          </a:xfrm>
          <a:prstGeom prst="rect">
            <a:avLst/>
          </a:prstGeom>
        </p:spPr>
      </p:pic>
      <p:sp>
        <p:nvSpPr>
          <p:cNvPr id="9" name="Rectangle 8">
            <a:extLst>
              <a:ext uri="{FF2B5EF4-FFF2-40B4-BE49-F238E27FC236}">
                <a16:creationId xmlns:a16="http://schemas.microsoft.com/office/drawing/2014/main" id="{09944D84-D06D-8943-AB34-17A5C4ED12DB}"/>
              </a:ext>
            </a:extLst>
          </p:cNvPr>
          <p:cNvSpPr/>
          <p:nvPr/>
        </p:nvSpPr>
        <p:spPr>
          <a:xfrm>
            <a:off x="0" y="6165130"/>
            <a:ext cx="9144000" cy="104823"/>
          </a:xfrm>
          <a:prstGeom prst="rect">
            <a:avLst/>
          </a:prstGeom>
          <a:solidFill>
            <a:srgbClr val="D1222B"/>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5A745BA2-A770-B3FE-E11C-1C447D7A18A0}"/>
              </a:ext>
            </a:extLst>
          </p:cNvPr>
          <p:cNvSpPr txBox="1"/>
          <p:nvPr/>
        </p:nvSpPr>
        <p:spPr>
          <a:xfrm>
            <a:off x="228358" y="172741"/>
            <a:ext cx="7402152" cy="523220"/>
          </a:xfrm>
          <a:prstGeom prst="rect">
            <a:avLst/>
          </a:prstGeom>
          <a:noFill/>
        </p:spPr>
        <p:txBody>
          <a:bodyPr wrap="square">
            <a:spAutoFit/>
          </a:bodyPr>
          <a:lstStyle/>
          <a:p>
            <a:pPr algn="l"/>
            <a:r>
              <a:rPr lang="en-GB" sz="2800" b="1" i="0">
                <a:solidFill>
                  <a:srgbClr val="003A60"/>
                </a:solidFill>
                <a:effectLst/>
                <a:latin typeface="proxima-nova"/>
              </a:rPr>
              <a:t>Case Studies – Fife Strategic Assessment</a:t>
            </a:r>
          </a:p>
        </p:txBody>
      </p:sp>
      <p:pic>
        <p:nvPicPr>
          <p:cNvPr id="6" name="Picture 5">
            <a:extLst>
              <a:ext uri="{FF2B5EF4-FFF2-40B4-BE49-F238E27FC236}">
                <a16:creationId xmlns:a16="http://schemas.microsoft.com/office/drawing/2014/main" id="{34EF6DCD-F65E-12D7-31E0-96CAB3D5CF2C}"/>
              </a:ext>
            </a:extLst>
          </p:cNvPr>
          <p:cNvPicPr>
            <a:picLocks noChangeAspect="1"/>
          </p:cNvPicPr>
          <p:nvPr/>
        </p:nvPicPr>
        <p:blipFill rotWithShape="1">
          <a:blip r:embed="rId4"/>
          <a:srcRect t="1086"/>
          <a:stretch/>
        </p:blipFill>
        <p:spPr>
          <a:xfrm>
            <a:off x="0" y="1083971"/>
            <a:ext cx="9144000" cy="4950757"/>
          </a:xfrm>
          <a:prstGeom prst="rect">
            <a:avLst/>
          </a:prstGeom>
        </p:spPr>
      </p:pic>
      <p:sp>
        <p:nvSpPr>
          <p:cNvPr id="2" name="Oval 1">
            <a:extLst>
              <a:ext uri="{FF2B5EF4-FFF2-40B4-BE49-F238E27FC236}">
                <a16:creationId xmlns:a16="http://schemas.microsoft.com/office/drawing/2014/main" id="{CCADDC94-601E-2139-194E-517349B8C11F}"/>
              </a:ext>
            </a:extLst>
          </p:cNvPr>
          <p:cNvSpPr/>
          <p:nvPr/>
        </p:nvSpPr>
        <p:spPr>
          <a:xfrm>
            <a:off x="0" y="955917"/>
            <a:ext cx="2175029" cy="665818"/>
          </a:xfrm>
          <a:prstGeom prst="ellipse">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359705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6DEE36F7-ADB3-3246-BD78-C41E4F77BEBF}"/>
              </a:ext>
            </a:extLst>
          </p:cNvPr>
          <p:cNvCxnSpPr>
            <a:cxnSpLocks/>
          </p:cNvCxnSpPr>
          <p:nvPr/>
        </p:nvCxnSpPr>
        <p:spPr>
          <a:xfrm>
            <a:off x="0" y="1022399"/>
            <a:ext cx="9144000" cy="0"/>
          </a:xfrm>
          <a:prstGeom prst="line">
            <a:avLst/>
          </a:prstGeom>
          <a:ln w="19050">
            <a:solidFill>
              <a:srgbClr val="03243D"/>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DD3B88B8-9994-574D-86F4-A852A4AB9BB8}"/>
              </a:ext>
            </a:extLst>
          </p:cNvPr>
          <p:cNvSpPr/>
          <p:nvPr/>
        </p:nvSpPr>
        <p:spPr>
          <a:xfrm>
            <a:off x="0" y="6251099"/>
            <a:ext cx="9144000" cy="606902"/>
          </a:xfrm>
          <a:prstGeom prst="rect">
            <a:avLst/>
          </a:prstGeom>
          <a:solidFill>
            <a:srgbClr val="03243D"/>
          </a:solidFill>
          <a:ln w="3175">
            <a:solidFill>
              <a:srgbClr val="2F528F">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
        <p:nvSpPr>
          <p:cNvPr id="8" name="TextBox 7">
            <a:extLst>
              <a:ext uri="{FF2B5EF4-FFF2-40B4-BE49-F238E27FC236}">
                <a16:creationId xmlns:a16="http://schemas.microsoft.com/office/drawing/2014/main" id="{35B3406E-80AC-D847-A030-7B1B0BA27B64}"/>
              </a:ext>
            </a:extLst>
          </p:cNvPr>
          <p:cNvSpPr txBox="1"/>
          <p:nvPr/>
        </p:nvSpPr>
        <p:spPr>
          <a:xfrm>
            <a:off x="116401" y="6400355"/>
            <a:ext cx="6183748" cy="307777"/>
          </a:xfrm>
          <a:prstGeom prst="rect">
            <a:avLst/>
          </a:prstGeom>
          <a:noFill/>
        </p:spPr>
        <p:txBody>
          <a:bodyPr wrap="square" rtlCol="0">
            <a:spAutoFit/>
          </a:bodyPr>
          <a:lstStyle/>
          <a:p>
            <a:pPr lvl="0"/>
            <a:r>
              <a:rPr lang="en-GB" sz="1400" i="1">
                <a:solidFill>
                  <a:schemeClr val="bg1"/>
                </a:solidFill>
                <a:latin typeface="Helvetica" pitchFamily="2" charset="0"/>
              </a:rPr>
              <a:t>The ‘go to’ organisation for Local Government improvement in Scotland</a:t>
            </a:r>
          </a:p>
        </p:txBody>
      </p:sp>
      <p:pic>
        <p:nvPicPr>
          <p:cNvPr id="11" name="Picture 10">
            <a:extLst>
              <a:ext uri="{FF2B5EF4-FFF2-40B4-BE49-F238E27FC236}">
                <a16:creationId xmlns:a16="http://schemas.microsoft.com/office/drawing/2014/main" id="{35A67A80-745E-8448-802F-9E7B53867113}"/>
              </a:ext>
            </a:extLst>
          </p:cNvPr>
          <p:cNvPicPr>
            <a:picLocks noChangeAspect="1"/>
          </p:cNvPicPr>
          <p:nvPr/>
        </p:nvPicPr>
        <p:blipFill>
          <a:blip r:embed="rId3"/>
          <a:stretch>
            <a:fillRect/>
          </a:stretch>
        </p:blipFill>
        <p:spPr>
          <a:xfrm>
            <a:off x="8007551" y="6311576"/>
            <a:ext cx="887817" cy="457200"/>
          </a:xfrm>
          <a:prstGeom prst="rect">
            <a:avLst/>
          </a:prstGeom>
        </p:spPr>
      </p:pic>
      <p:sp>
        <p:nvSpPr>
          <p:cNvPr id="9" name="Rectangle 8">
            <a:extLst>
              <a:ext uri="{FF2B5EF4-FFF2-40B4-BE49-F238E27FC236}">
                <a16:creationId xmlns:a16="http://schemas.microsoft.com/office/drawing/2014/main" id="{09944D84-D06D-8943-AB34-17A5C4ED12DB}"/>
              </a:ext>
            </a:extLst>
          </p:cNvPr>
          <p:cNvSpPr/>
          <p:nvPr/>
        </p:nvSpPr>
        <p:spPr>
          <a:xfrm>
            <a:off x="0" y="6165130"/>
            <a:ext cx="9144000" cy="104823"/>
          </a:xfrm>
          <a:prstGeom prst="rect">
            <a:avLst/>
          </a:prstGeom>
          <a:solidFill>
            <a:srgbClr val="D1222B"/>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5A745BA2-A770-B3FE-E11C-1C447D7A18A0}"/>
              </a:ext>
            </a:extLst>
          </p:cNvPr>
          <p:cNvSpPr txBox="1"/>
          <p:nvPr/>
        </p:nvSpPr>
        <p:spPr>
          <a:xfrm>
            <a:off x="196828" y="291424"/>
            <a:ext cx="7212966" cy="523220"/>
          </a:xfrm>
          <a:prstGeom prst="rect">
            <a:avLst/>
          </a:prstGeom>
          <a:noFill/>
        </p:spPr>
        <p:txBody>
          <a:bodyPr wrap="square">
            <a:spAutoFit/>
          </a:bodyPr>
          <a:lstStyle/>
          <a:p>
            <a:pPr algn="l"/>
            <a:r>
              <a:rPr lang="en-GB" sz="2800" b="1" i="0">
                <a:solidFill>
                  <a:srgbClr val="003A60"/>
                </a:solidFill>
                <a:effectLst/>
                <a:latin typeface="proxima-nova"/>
              </a:rPr>
              <a:t>Case Studies – Moray Locality Profiling </a:t>
            </a:r>
          </a:p>
        </p:txBody>
      </p:sp>
      <p:sp>
        <p:nvSpPr>
          <p:cNvPr id="4" name="TextBox 3">
            <a:extLst>
              <a:ext uri="{FF2B5EF4-FFF2-40B4-BE49-F238E27FC236}">
                <a16:creationId xmlns:a16="http://schemas.microsoft.com/office/drawing/2014/main" id="{AADCA231-5A2E-20BC-1FAD-D2917FCEC112}"/>
              </a:ext>
            </a:extLst>
          </p:cNvPr>
          <p:cNvSpPr txBox="1"/>
          <p:nvPr/>
        </p:nvSpPr>
        <p:spPr>
          <a:xfrm>
            <a:off x="503681" y="1277428"/>
            <a:ext cx="4417214" cy="4708981"/>
          </a:xfrm>
          <a:prstGeom prst="rect">
            <a:avLst/>
          </a:prstGeom>
          <a:noFill/>
        </p:spPr>
        <p:txBody>
          <a:bodyPr wrap="square">
            <a:spAutoFit/>
          </a:bodyPr>
          <a:lstStyle/>
          <a:p>
            <a:r>
              <a:rPr lang="en-GB" sz="2000">
                <a:effectLst/>
                <a:latin typeface="Calibri" panose="020F0502020204030204" pitchFamily="34" charset="0"/>
                <a:ea typeface="Calibri" panose="020F0502020204030204" pitchFamily="34" charset="0"/>
                <a:cs typeface="Times New Roman" panose="02020603050405020304" pitchFamily="18" charset="0"/>
              </a:rPr>
              <a:t>Moray use for prioritisation</a:t>
            </a:r>
          </a:p>
          <a:p>
            <a:endParaRPr lang="en-GB" sz="2000">
              <a:latin typeface="Calibri" panose="020F0502020204030204" pitchFamily="34" charset="0"/>
              <a:ea typeface="Calibri" panose="020F0502020204030204" pitchFamily="34" charset="0"/>
              <a:cs typeface="Times New Roman" panose="02020603050405020304" pitchFamily="18" charset="0"/>
            </a:endParaRPr>
          </a:p>
          <a:p>
            <a:pPr marL="342900" indent="-342900">
              <a:buFont typeface="Arial" panose="020B0604020202020204" pitchFamily="34" charset="0"/>
              <a:buChar char="•"/>
            </a:pPr>
            <a:r>
              <a:rPr lang="en-GB" sz="2000">
                <a:effectLst/>
                <a:latin typeface="Calibri" panose="020F0502020204030204" pitchFamily="34" charset="0"/>
                <a:ea typeface="Calibri" panose="020F0502020204030204" pitchFamily="34" charset="0"/>
                <a:cs typeface="Times New Roman" panose="02020603050405020304" pitchFamily="18" charset="0"/>
              </a:rPr>
              <a:t>Identify two most vulnerable areas</a:t>
            </a:r>
          </a:p>
          <a:p>
            <a:pPr marL="342900" indent="-342900">
              <a:buFont typeface="Arial" panose="020B0604020202020204" pitchFamily="34" charset="0"/>
              <a:buChar char="•"/>
            </a:pPr>
            <a:endParaRPr lang="en-GB" sz="2000">
              <a:latin typeface="Calibri" panose="020F0502020204030204" pitchFamily="34" charset="0"/>
              <a:ea typeface="Calibri" panose="020F0502020204030204" pitchFamily="34" charset="0"/>
              <a:cs typeface="Times New Roman" panose="02020603050405020304" pitchFamily="18" charset="0"/>
            </a:endParaRPr>
          </a:p>
          <a:p>
            <a:pPr marL="342900" indent="-342900">
              <a:buFont typeface="Arial" panose="020B0604020202020204" pitchFamily="34" charset="0"/>
              <a:buChar char="•"/>
            </a:pPr>
            <a:r>
              <a:rPr lang="en-GB" sz="2000">
                <a:effectLst/>
                <a:latin typeface="Calibri" panose="020F0502020204030204" pitchFamily="34" charset="0"/>
                <a:ea typeface="Calibri" panose="020F0502020204030204" pitchFamily="34" charset="0"/>
                <a:cs typeface="Times New Roman" panose="02020603050405020304" pitchFamily="18" charset="0"/>
              </a:rPr>
              <a:t>CPOP data used together with other sources</a:t>
            </a:r>
          </a:p>
          <a:p>
            <a:pPr marL="342900" indent="-342900">
              <a:buFont typeface="Arial" panose="020B0604020202020204" pitchFamily="34" charset="0"/>
              <a:buChar char="•"/>
            </a:pPr>
            <a:endParaRPr lang="en-GB" sz="200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buFont typeface="Arial" panose="020B0604020202020204" pitchFamily="34" charset="0"/>
              <a:buChar char="•"/>
            </a:pPr>
            <a:r>
              <a:rPr lang="en-GB" sz="2000">
                <a:latin typeface="Calibri" panose="020F0502020204030204" pitchFamily="34" charset="0"/>
                <a:ea typeface="Calibri" panose="020F0502020204030204" pitchFamily="34" charset="0"/>
                <a:cs typeface="Times New Roman" panose="02020603050405020304" pitchFamily="18" charset="0"/>
              </a:rPr>
              <a:t>Buckie Central East and New Elgin East</a:t>
            </a:r>
          </a:p>
          <a:p>
            <a:pPr marL="342900" indent="-342900">
              <a:buFont typeface="Arial" panose="020B0604020202020204" pitchFamily="34" charset="0"/>
              <a:buChar char="•"/>
            </a:pPr>
            <a:endParaRPr lang="en-GB" sz="200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buFont typeface="Arial" panose="020B0604020202020204" pitchFamily="34" charset="0"/>
              <a:buChar char="•"/>
            </a:pPr>
            <a:r>
              <a:rPr lang="en-GB" sz="2000">
                <a:latin typeface="Calibri" panose="020F0502020204030204" pitchFamily="34" charset="0"/>
                <a:ea typeface="Calibri" panose="020F0502020204030204" pitchFamily="34" charset="0"/>
                <a:cs typeface="Times New Roman" panose="02020603050405020304" pitchFamily="18" charset="0"/>
              </a:rPr>
              <a:t>Developed Locality Plans to tackle the primary issues in each</a:t>
            </a:r>
          </a:p>
          <a:p>
            <a:pPr marL="342900" indent="-342900">
              <a:buFont typeface="Arial" panose="020B0604020202020204" pitchFamily="34" charset="0"/>
              <a:buChar char="•"/>
            </a:pPr>
            <a:endParaRPr lang="en-GB" sz="200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buFont typeface="Arial" panose="020B0604020202020204" pitchFamily="34" charset="0"/>
              <a:buChar char="•"/>
            </a:pPr>
            <a:r>
              <a:rPr lang="en-GB" sz="2000">
                <a:latin typeface="Calibri" panose="020F0502020204030204" pitchFamily="34" charset="0"/>
                <a:ea typeface="Calibri" panose="020F0502020204030204" pitchFamily="34" charset="0"/>
                <a:cs typeface="Times New Roman" panose="02020603050405020304" pitchFamily="18" charset="0"/>
              </a:rPr>
              <a:t>Ongoing review – CPOP focus on time series</a:t>
            </a:r>
            <a:endParaRPr lang="en-GB" sz="200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2" name="Picture 11">
            <a:extLst>
              <a:ext uri="{FF2B5EF4-FFF2-40B4-BE49-F238E27FC236}">
                <a16:creationId xmlns:a16="http://schemas.microsoft.com/office/drawing/2014/main" id="{19C8932C-035D-C208-1F75-99C9BE7AB06D}"/>
              </a:ext>
            </a:extLst>
          </p:cNvPr>
          <p:cNvPicPr>
            <a:picLocks noChangeAspect="1"/>
          </p:cNvPicPr>
          <p:nvPr/>
        </p:nvPicPr>
        <p:blipFill>
          <a:blip r:embed="rId4"/>
          <a:stretch>
            <a:fillRect/>
          </a:stretch>
        </p:blipFill>
        <p:spPr>
          <a:xfrm>
            <a:off x="4920895" y="2160946"/>
            <a:ext cx="3795901" cy="2865638"/>
          </a:xfrm>
          <a:prstGeom prst="rect">
            <a:avLst/>
          </a:prstGeom>
        </p:spPr>
      </p:pic>
    </p:spTree>
    <p:extLst>
      <p:ext uri="{BB962C8B-B14F-4D97-AF65-F5344CB8AC3E}">
        <p14:creationId xmlns:p14="http://schemas.microsoft.com/office/powerpoint/2010/main" val="22790147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6DEE36F7-ADB3-3246-BD78-C41E4F77BEBF}"/>
              </a:ext>
            </a:extLst>
          </p:cNvPr>
          <p:cNvCxnSpPr>
            <a:cxnSpLocks/>
          </p:cNvCxnSpPr>
          <p:nvPr/>
        </p:nvCxnSpPr>
        <p:spPr>
          <a:xfrm>
            <a:off x="0" y="1022399"/>
            <a:ext cx="9144000" cy="0"/>
          </a:xfrm>
          <a:prstGeom prst="line">
            <a:avLst/>
          </a:prstGeom>
          <a:ln w="19050">
            <a:solidFill>
              <a:srgbClr val="03243D"/>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DD3B88B8-9994-574D-86F4-A852A4AB9BB8}"/>
              </a:ext>
            </a:extLst>
          </p:cNvPr>
          <p:cNvSpPr/>
          <p:nvPr/>
        </p:nvSpPr>
        <p:spPr>
          <a:xfrm>
            <a:off x="0" y="6251099"/>
            <a:ext cx="9144000" cy="606902"/>
          </a:xfrm>
          <a:prstGeom prst="rect">
            <a:avLst/>
          </a:prstGeom>
          <a:solidFill>
            <a:srgbClr val="03243D"/>
          </a:solidFill>
          <a:ln w="3175">
            <a:solidFill>
              <a:srgbClr val="2F528F">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
        <p:nvSpPr>
          <p:cNvPr id="8" name="TextBox 7">
            <a:extLst>
              <a:ext uri="{FF2B5EF4-FFF2-40B4-BE49-F238E27FC236}">
                <a16:creationId xmlns:a16="http://schemas.microsoft.com/office/drawing/2014/main" id="{35B3406E-80AC-D847-A030-7B1B0BA27B64}"/>
              </a:ext>
            </a:extLst>
          </p:cNvPr>
          <p:cNvSpPr txBox="1"/>
          <p:nvPr/>
        </p:nvSpPr>
        <p:spPr>
          <a:xfrm>
            <a:off x="116401" y="6400355"/>
            <a:ext cx="6183748" cy="307777"/>
          </a:xfrm>
          <a:prstGeom prst="rect">
            <a:avLst/>
          </a:prstGeom>
          <a:noFill/>
        </p:spPr>
        <p:txBody>
          <a:bodyPr wrap="square" rtlCol="0">
            <a:spAutoFit/>
          </a:bodyPr>
          <a:lstStyle/>
          <a:p>
            <a:pPr lvl="0"/>
            <a:r>
              <a:rPr lang="en-GB" sz="1400" i="1">
                <a:solidFill>
                  <a:schemeClr val="bg1"/>
                </a:solidFill>
                <a:latin typeface="Helvetica" pitchFamily="2" charset="0"/>
              </a:rPr>
              <a:t>The ‘go to’ organisation for Local Government improvement in Scotland</a:t>
            </a:r>
          </a:p>
        </p:txBody>
      </p:sp>
      <p:pic>
        <p:nvPicPr>
          <p:cNvPr id="11" name="Picture 10">
            <a:extLst>
              <a:ext uri="{FF2B5EF4-FFF2-40B4-BE49-F238E27FC236}">
                <a16:creationId xmlns:a16="http://schemas.microsoft.com/office/drawing/2014/main" id="{35A67A80-745E-8448-802F-9E7B53867113}"/>
              </a:ext>
            </a:extLst>
          </p:cNvPr>
          <p:cNvPicPr>
            <a:picLocks noChangeAspect="1"/>
          </p:cNvPicPr>
          <p:nvPr/>
        </p:nvPicPr>
        <p:blipFill>
          <a:blip r:embed="rId3"/>
          <a:stretch>
            <a:fillRect/>
          </a:stretch>
        </p:blipFill>
        <p:spPr>
          <a:xfrm>
            <a:off x="8007551" y="6311576"/>
            <a:ext cx="887817" cy="457200"/>
          </a:xfrm>
          <a:prstGeom prst="rect">
            <a:avLst/>
          </a:prstGeom>
        </p:spPr>
      </p:pic>
      <p:sp>
        <p:nvSpPr>
          <p:cNvPr id="9" name="Rectangle 8">
            <a:extLst>
              <a:ext uri="{FF2B5EF4-FFF2-40B4-BE49-F238E27FC236}">
                <a16:creationId xmlns:a16="http://schemas.microsoft.com/office/drawing/2014/main" id="{09944D84-D06D-8943-AB34-17A5C4ED12DB}"/>
              </a:ext>
            </a:extLst>
          </p:cNvPr>
          <p:cNvSpPr/>
          <p:nvPr/>
        </p:nvSpPr>
        <p:spPr>
          <a:xfrm>
            <a:off x="0" y="6165130"/>
            <a:ext cx="9144000" cy="104823"/>
          </a:xfrm>
          <a:prstGeom prst="rect">
            <a:avLst/>
          </a:prstGeom>
          <a:solidFill>
            <a:srgbClr val="D1222B"/>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5A745BA2-A770-B3FE-E11C-1C447D7A18A0}"/>
              </a:ext>
            </a:extLst>
          </p:cNvPr>
          <p:cNvSpPr txBox="1"/>
          <p:nvPr/>
        </p:nvSpPr>
        <p:spPr>
          <a:xfrm>
            <a:off x="196828" y="291424"/>
            <a:ext cx="7212966" cy="523220"/>
          </a:xfrm>
          <a:prstGeom prst="rect">
            <a:avLst/>
          </a:prstGeom>
          <a:noFill/>
        </p:spPr>
        <p:txBody>
          <a:bodyPr wrap="square">
            <a:spAutoFit/>
          </a:bodyPr>
          <a:lstStyle/>
          <a:p>
            <a:pPr algn="l"/>
            <a:r>
              <a:rPr lang="en-GB" sz="2800" b="1" i="0">
                <a:solidFill>
                  <a:srgbClr val="003A60"/>
                </a:solidFill>
                <a:effectLst/>
                <a:latin typeface="proxima-nova"/>
              </a:rPr>
              <a:t>Case Studies – Shaping Places for Wellbeing</a:t>
            </a:r>
          </a:p>
        </p:txBody>
      </p:sp>
      <p:sp>
        <p:nvSpPr>
          <p:cNvPr id="4" name="TextBox 3">
            <a:extLst>
              <a:ext uri="{FF2B5EF4-FFF2-40B4-BE49-F238E27FC236}">
                <a16:creationId xmlns:a16="http://schemas.microsoft.com/office/drawing/2014/main" id="{AADCA231-5A2E-20BC-1FAD-D2917FCEC112}"/>
              </a:ext>
            </a:extLst>
          </p:cNvPr>
          <p:cNvSpPr txBox="1"/>
          <p:nvPr/>
        </p:nvSpPr>
        <p:spPr>
          <a:xfrm>
            <a:off x="340188" y="1462128"/>
            <a:ext cx="3601191" cy="1323439"/>
          </a:xfrm>
          <a:prstGeom prst="rect">
            <a:avLst/>
          </a:prstGeom>
          <a:noFill/>
        </p:spPr>
        <p:txBody>
          <a:bodyPr wrap="square">
            <a:spAutoFit/>
          </a:bodyPr>
          <a:lstStyle/>
          <a:p>
            <a:r>
              <a:rPr lang="en-GB" sz="2000">
                <a:effectLst/>
                <a:latin typeface="Calibri" panose="020F0502020204030204" pitchFamily="34" charset="0"/>
                <a:ea typeface="Calibri" panose="020F0502020204030204" pitchFamily="34" charset="0"/>
                <a:cs typeface="Times New Roman" panose="02020603050405020304" pitchFamily="18" charset="0"/>
              </a:rPr>
              <a:t>Shaping Places for Wellbeing incorporated the data and analysis into their quantitative review of towns.</a:t>
            </a:r>
          </a:p>
        </p:txBody>
      </p:sp>
      <p:pic>
        <p:nvPicPr>
          <p:cNvPr id="6" name="Picture 5">
            <a:extLst>
              <a:ext uri="{FF2B5EF4-FFF2-40B4-BE49-F238E27FC236}">
                <a16:creationId xmlns:a16="http://schemas.microsoft.com/office/drawing/2014/main" id="{61BC168C-90C9-D583-04BF-C724399B259C}"/>
              </a:ext>
            </a:extLst>
          </p:cNvPr>
          <p:cNvPicPr>
            <a:picLocks noChangeAspect="1"/>
          </p:cNvPicPr>
          <p:nvPr/>
        </p:nvPicPr>
        <p:blipFill>
          <a:blip r:embed="rId4"/>
          <a:stretch>
            <a:fillRect/>
          </a:stretch>
        </p:blipFill>
        <p:spPr>
          <a:xfrm>
            <a:off x="4356613" y="1442169"/>
            <a:ext cx="4630091" cy="4303191"/>
          </a:xfrm>
          <a:prstGeom prst="rect">
            <a:avLst/>
          </a:prstGeom>
          <a:ln>
            <a:solidFill>
              <a:schemeClr val="tx1"/>
            </a:solidFill>
          </a:ln>
        </p:spPr>
      </p:pic>
      <p:pic>
        <p:nvPicPr>
          <p:cNvPr id="15" name="Picture 14">
            <a:extLst>
              <a:ext uri="{FF2B5EF4-FFF2-40B4-BE49-F238E27FC236}">
                <a16:creationId xmlns:a16="http://schemas.microsoft.com/office/drawing/2014/main" id="{2A137A1D-D45F-8F7F-22C9-F766EBF95238}"/>
              </a:ext>
            </a:extLst>
          </p:cNvPr>
          <p:cNvPicPr>
            <a:picLocks noChangeAspect="1"/>
          </p:cNvPicPr>
          <p:nvPr/>
        </p:nvPicPr>
        <p:blipFill>
          <a:blip r:embed="rId5"/>
          <a:stretch>
            <a:fillRect/>
          </a:stretch>
        </p:blipFill>
        <p:spPr>
          <a:xfrm>
            <a:off x="39445" y="2991659"/>
            <a:ext cx="4202675" cy="2405095"/>
          </a:xfrm>
          <a:prstGeom prst="rect">
            <a:avLst/>
          </a:prstGeom>
        </p:spPr>
      </p:pic>
    </p:spTree>
    <p:extLst>
      <p:ext uri="{BB962C8B-B14F-4D97-AF65-F5344CB8AC3E}">
        <p14:creationId xmlns:p14="http://schemas.microsoft.com/office/powerpoint/2010/main" val="25152941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D3B88B8-9994-574D-86F4-A852A4AB9BB8}"/>
              </a:ext>
            </a:extLst>
          </p:cNvPr>
          <p:cNvSpPr/>
          <p:nvPr/>
        </p:nvSpPr>
        <p:spPr>
          <a:xfrm>
            <a:off x="0" y="6251099"/>
            <a:ext cx="9144000" cy="606902"/>
          </a:xfrm>
          <a:prstGeom prst="rect">
            <a:avLst/>
          </a:prstGeom>
          <a:solidFill>
            <a:srgbClr val="03243D"/>
          </a:solidFill>
          <a:ln w="3175">
            <a:solidFill>
              <a:srgbClr val="2F528F">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
        <p:nvSpPr>
          <p:cNvPr id="8" name="TextBox 7">
            <a:extLst>
              <a:ext uri="{FF2B5EF4-FFF2-40B4-BE49-F238E27FC236}">
                <a16:creationId xmlns:a16="http://schemas.microsoft.com/office/drawing/2014/main" id="{35B3406E-80AC-D847-A030-7B1B0BA27B64}"/>
              </a:ext>
            </a:extLst>
          </p:cNvPr>
          <p:cNvSpPr txBox="1"/>
          <p:nvPr/>
        </p:nvSpPr>
        <p:spPr>
          <a:xfrm>
            <a:off x="116401" y="6400355"/>
            <a:ext cx="6183748" cy="307777"/>
          </a:xfrm>
          <a:prstGeom prst="rect">
            <a:avLst/>
          </a:prstGeom>
          <a:noFill/>
        </p:spPr>
        <p:txBody>
          <a:bodyPr wrap="square" rtlCol="0">
            <a:spAutoFit/>
          </a:bodyPr>
          <a:lstStyle/>
          <a:p>
            <a:pPr lvl="0"/>
            <a:r>
              <a:rPr lang="en-GB" sz="1400" i="1">
                <a:solidFill>
                  <a:schemeClr val="bg1"/>
                </a:solidFill>
                <a:latin typeface="Helvetica" pitchFamily="2" charset="0"/>
              </a:rPr>
              <a:t>The ‘go to’ organisation for Local Government improvement in Scotland</a:t>
            </a:r>
          </a:p>
        </p:txBody>
      </p:sp>
      <p:pic>
        <p:nvPicPr>
          <p:cNvPr id="11" name="Picture 10">
            <a:extLst>
              <a:ext uri="{FF2B5EF4-FFF2-40B4-BE49-F238E27FC236}">
                <a16:creationId xmlns:a16="http://schemas.microsoft.com/office/drawing/2014/main" id="{35A67A80-745E-8448-802F-9E7B53867113}"/>
              </a:ext>
            </a:extLst>
          </p:cNvPr>
          <p:cNvPicPr>
            <a:picLocks noChangeAspect="1"/>
          </p:cNvPicPr>
          <p:nvPr/>
        </p:nvPicPr>
        <p:blipFill>
          <a:blip r:embed="rId3"/>
          <a:stretch>
            <a:fillRect/>
          </a:stretch>
        </p:blipFill>
        <p:spPr>
          <a:xfrm>
            <a:off x="8007551" y="6311576"/>
            <a:ext cx="887817" cy="457200"/>
          </a:xfrm>
          <a:prstGeom prst="rect">
            <a:avLst/>
          </a:prstGeom>
        </p:spPr>
      </p:pic>
      <p:sp>
        <p:nvSpPr>
          <p:cNvPr id="9" name="Rectangle 8">
            <a:extLst>
              <a:ext uri="{FF2B5EF4-FFF2-40B4-BE49-F238E27FC236}">
                <a16:creationId xmlns:a16="http://schemas.microsoft.com/office/drawing/2014/main" id="{09944D84-D06D-8943-AB34-17A5C4ED12DB}"/>
              </a:ext>
            </a:extLst>
          </p:cNvPr>
          <p:cNvSpPr/>
          <p:nvPr/>
        </p:nvSpPr>
        <p:spPr>
          <a:xfrm>
            <a:off x="0" y="6165130"/>
            <a:ext cx="9144000" cy="104823"/>
          </a:xfrm>
          <a:prstGeom prst="rect">
            <a:avLst/>
          </a:prstGeom>
          <a:solidFill>
            <a:srgbClr val="D1222B"/>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7A7F2033-D0F9-D415-9B97-6D859DE0C9F6}"/>
              </a:ext>
            </a:extLst>
          </p:cNvPr>
          <p:cNvSpPr txBox="1"/>
          <p:nvPr/>
        </p:nvSpPr>
        <p:spPr>
          <a:xfrm>
            <a:off x="882869" y="1464956"/>
            <a:ext cx="6905297" cy="3539430"/>
          </a:xfrm>
          <a:prstGeom prst="rect">
            <a:avLst/>
          </a:prstGeom>
          <a:noFill/>
        </p:spPr>
        <p:txBody>
          <a:bodyPr wrap="square" rtlCol="0">
            <a:spAutoFit/>
          </a:bodyPr>
          <a:lstStyle/>
          <a:p>
            <a:pPr marL="285750" indent="-285750">
              <a:buFont typeface="Arial" panose="020B0604020202020204" pitchFamily="34" charset="0"/>
              <a:buChar char="•"/>
            </a:pPr>
            <a:r>
              <a:rPr lang="en-GB" sz="2800"/>
              <a:t>What do you need to know about your local area?</a:t>
            </a:r>
          </a:p>
          <a:p>
            <a:pPr marL="285750" indent="-285750">
              <a:buFont typeface="Arial" panose="020B0604020202020204" pitchFamily="34" charset="0"/>
              <a:buChar char="•"/>
            </a:pPr>
            <a:endParaRPr lang="en-GB" sz="2800"/>
          </a:p>
          <a:p>
            <a:pPr marL="285750" indent="-285750">
              <a:buFont typeface="Arial" panose="020B0604020202020204" pitchFamily="34" charset="0"/>
              <a:buChar char="•"/>
            </a:pPr>
            <a:r>
              <a:rPr lang="en-GB" sz="2800"/>
              <a:t>Were you aware of the CPOP? Have you used it?</a:t>
            </a:r>
          </a:p>
          <a:p>
            <a:pPr marL="285750" indent="-285750">
              <a:buFont typeface="Arial" panose="020B0604020202020204" pitchFamily="34" charset="0"/>
              <a:buChar char="•"/>
            </a:pPr>
            <a:endParaRPr lang="en-GB" sz="2800"/>
          </a:p>
          <a:p>
            <a:pPr marL="285750" indent="-285750">
              <a:buFont typeface="Arial" panose="020B0604020202020204" pitchFamily="34" charset="0"/>
              <a:buChar char="•"/>
            </a:pPr>
            <a:r>
              <a:rPr lang="en-GB" sz="2800"/>
              <a:t>How have you used it in the past? How could you use it in the future?</a:t>
            </a:r>
          </a:p>
        </p:txBody>
      </p:sp>
    </p:spTree>
    <p:extLst>
      <p:ext uri="{BB962C8B-B14F-4D97-AF65-F5344CB8AC3E}">
        <p14:creationId xmlns:p14="http://schemas.microsoft.com/office/powerpoint/2010/main" val="34171705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E7173B3-13D2-61F5-19D8-CECE15879F20}"/>
              </a:ext>
            </a:extLst>
          </p:cNvPr>
          <p:cNvPicPr>
            <a:picLocks/>
          </p:cNvPicPr>
          <p:nvPr>
            <p:custDataLst>
              <p:tags r:id="rId2"/>
            </p:custDataLst>
          </p:nvPr>
        </p:nvPicPr>
        <p:blipFill>
          <a:blip r:embed="rId7"/>
          <a:stretch>
            <a:fillRect/>
          </a:stretch>
        </p:blipFill>
        <p:spPr>
          <a:xfrm>
            <a:off x="2592070" y="508000"/>
            <a:ext cx="914400" cy="382594"/>
          </a:xfrm>
          <a:prstGeom prst="rect">
            <a:avLst/>
          </a:prstGeom>
        </p:spPr>
      </p:pic>
      <p:pic>
        <p:nvPicPr>
          <p:cNvPr id="5" name="Picture 4">
            <a:extLst>
              <a:ext uri="{FF2B5EF4-FFF2-40B4-BE49-F238E27FC236}">
                <a16:creationId xmlns:a16="http://schemas.microsoft.com/office/drawing/2014/main" id="{6EF616FD-520E-EB83-9AAA-C95B2673C189}"/>
              </a:ext>
            </a:extLst>
          </p:cNvPr>
          <p:cNvPicPr>
            <a:picLocks/>
          </p:cNvPicPr>
          <p:nvPr>
            <p:custDataLst>
              <p:tags r:id="rId3"/>
            </p:custDataLst>
          </p:nvPr>
        </p:nvPicPr>
        <p:blipFill>
          <a:blip r:embed="rId8"/>
          <a:stretch>
            <a:fillRect/>
          </a:stretch>
        </p:blipFill>
        <p:spPr>
          <a:xfrm>
            <a:off x="508000" y="2514600"/>
            <a:ext cx="1828800" cy="1828800"/>
          </a:xfrm>
          <a:prstGeom prst="rect">
            <a:avLst/>
          </a:prstGeom>
        </p:spPr>
      </p:pic>
      <p:sp>
        <p:nvSpPr>
          <p:cNvPr id="6" name="Rectangle 5">
            <a:extLst>
              <a:ext uri="{FF2B5EF4-FFF2-40B4-BE49-F238E27FC236}">
                <a16:creationId xmlns:a16="http://schemas.microsoft.com/office/drawing/2014/main" id="{8B2B04DE-33B7-A8C0-E0A6-8335A77A5851}"/>
              </a:ext>
            </a:extLst>
          </p:cNvPr>
          <p:cNvSpPr/>
          <p:nvPr>
            <p:custDataLst>
              <p:tags r:id="rId4"/>
            </p:custDataLst>
          </p:nvPr>
        </p:nvSpPr>
        <p:spPr>
          <a:xfrm>
            <a:off x="2590800" y="2571750"/>
            <a:ext cx="6045200" cy="1714500"/>
          </a:xfrm>
          <a:prstGeom prst="rect">
            <a:avLst/>
          </a:prstGeom>
          <a:noFill/>
          <a:ln w="12700" cap="flat" cmpd="sng" algn="ctr">
            <a:solidFill>
              <a:srgbClr val="FFFFFF"/>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3600" b="1">
                <a:solidFill>
                  <a:srgbClr val="5B5B5B"/>
                </a:solidFill>
              </a:rPr>
              <a:t>What do you need to know about your local area?</a:t>
            </a:r>
          </a:p>
        </p:txBody>
      </p:sp>
      <p:sp>
        <p:nvSpPr>
          <p:cNvPr id="7" name="Rectangle 6">
            <a:extLst>
              <a:ext uri="{FF2B5EF4-FFF2-40B4-BE49-F238E27FC236}">
                <a16:creationId xmlns:a16="http://schemas.microsoft.com/office/drawing/2014/main" id="{DF09FB02-2CE2-6A61-B211-A46B33594138}"/>
              </a:ext>
            </a:extLst>
          </p:cNvPr>
          <p:cNvSpPr/>
          <p:nvPr>
            <p:custDataLst>
              <p:tags r:id="rId5"/>
            </p:custDataLst>
          </p:nvPr>
        </p:nvSpPr>
        <p:spPr>
          <a:xfrm>
            <a:off x="2590800" y="6096000"/>
            <a:ext cx="6299200" cy="382594"/>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300" b="1">
                <a:solidFill>
                  <a:srgbClr val="5B5B5B"/>
                </a:solidFill>
              </a:rPr>
              <a:t>ⓘ</a:t>
            </a:r>
            <a:r>
              <a:rPr lang="en-GB" sz="1400">
                <a:solidFill>
                  <a:srgbClr val="5B5B5B"/>
                </a:solidFill>
              </a:rPr>
              <a:t> Start presenting to display the poll results on this slide.</a:t>
            </a:r>
          </a:p>
        </p:txBody>
      </p:sp>
    </p:spTree>
    <p:custDataLst>
      <p:tags r:id="rId1"/>
    </p:custDataLst>
    <p:extLst>
      <p:ext uri="{BB962C8B-B14F-4D97-AF65-F5344CB8AC3E}">
        <p14:creationId xmlns:p14="http://schemas.microsoft.com/office/powerpoint/2010/main" val="40353392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95558C8-92AB-89D3-7C3A-01429F110255}"/>
              </a:ext>
            </a:extLst>
          </p:cNvPr>
          <p:cNvPicPr>
            <a:picLocks/>
          </p:cNvPicPr>
          <p:nvPr>
            <p:custDataLst>
              <p:tags r:id="rId2"/>
            </p:custDataLst>
          </p:nvPr>
        </p:nvPicPr>
        <p:blipFill>
          <a:blip r:embed="rId7"/>
          <a:stretch>
            <a:fillRect/>
          </a:stretch>
        </p:blipFill>
        <p:spPr>
          <a:xfrm>
            <a:off x="2592070" y="508000"/>
            <a:ext cx="914400" cy="382594"/>
          </a:xfrm>
          <a:prstGeom prst="rect">
            <a:avLst/>
          </a:prstGeom>
        </p:spPr>
      </p:pic>
      <p:pic>
        <p:nvPicPr>
          <p:cNvPr id="5" name="Picture 4">
            <a:extLst>
              <a:ext uri="{FF2B5EF4-FFF2-40B4-BE49-F238E27FC236}">
                <a16:creationId xmlns:a16="http://schemas.microsoft.com/office/drawing/2014/main" id="{64F77178-E246-3A42-F983-F1CBBF063020}"/>
              </a:ext>
            </a:extLst>
          </p:cNvPr>
          <p:cNvPicPr>
            <a:picLocks/>
          </p:cNvPicPr>
          <p:nvPr>
            <p:custDataLst>
              <p:tags r:id="rId3"/>
            </p:custDataLst>
          </p:nvPr>
        </p:nvPicPr>
        <p:blipFill>
          <a:blip r:embed="rId8"/>
          <a:stretch>
            <a:fillRect/>
          </a:stretch>
        </p:blipFill>
        <p:spPr>
          <a:xfrm>
            <a:off x="508000" y="2514600"/>
            <a:ext cx="1828800" cy="1828800"/>
          </a:xfrm>
          <a:prstGeom prst="rect">
            <a:avLst/>
          </a:prstGeom>
        </p:spPr>
      </p:pic>
      <p:sp>
        <p:nvSpPr>
          <p:cNvPr id="6" name="Rectangle 5">
            <a:extLst>
              <a:ext uri="{FF2B5EF4-FFF2-40B4-BE49-F238E27FC236}">
                <a16:creationId xmlns:a16="http://schemas.microsoft.com/office/drawing/2014/main" id="{947E9534-9007-C4EC-3C1F-416559F8812F}"/>
              </a:ext>
            </a:extLst>
          </p:cNvPr>
          <p:cNvSpPr/>
          <p:nvPr>
            <p:custDataLst>
              <p:tags r:id="rId4"/>
            </p:custDataLst>
          </p:nvPr>
        </p:nvSpPr>
        <p:spPr>
          <a:xfrm>
            <a:off x="2590800" y="2571750"/>
            <a:ext cx="6045200" cy="1714500"/>
          </a:xfrm>
          <a:prstGeom prst="rect">
            <a:avLst/>
          </a:prstGeom>
          <a:noFill/>
          <a:ln w="12700" cap="flat" cmpd="sng" algn="ctr">
            <a:solidFill>
              <a:srgbClr val="FFFFFF"/>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3600" b="1">
                <a:solidFill>
                  <a:srgbClr val="5B5B5B"/>
                </a:solidFill>
              </a:rPr>
              <a:t>Before Today Were You Aware of the CPOP?</a:t>
            </a:r>
          </a:p>
        </p:txBody>
      </p:sp>
      <p:sp>
        <p:nvSpPr>
          <p:cNvPr id="7" name="Rectangle 6">
            <a:extLst>
              <a:ext uri="{FF2B5EF4-FFF2-40B4-BE49-F238E27FC236}">
                <a16:creationId xmlns:a16="http://schemas.microsoft.com/office/drawing/2014/main" id="{ABB03377-1FE3-442D-F8FF-8C8025EAEA83}"/>
              </a:ext>
            </a:extLst>
          </p:cNvPr>
          <p:cNvSpPr/>
          <p:nvPr>
            <p:custDataLst>
              <p:tags r:id="rId5"/>
            </p:custDataLst>
          </p:nvPr>
        </p:nvSpPr>
        <p:spPr>
          <a:xfrm>
            <a:off x="2590800" y="6096000"/>
            <a:ext cx="6299200" cy="382594"/>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300" b="1">
                <a:solidFill>
                  <a:srgbClr val="5B5B5B"/>
                </a:solidFill>
              </a:rPr>
              <a:t>ⓘ</a:t>
            </a:r>
            <a:r>
              <a:rPr lang="en-GB" sz="1400">
                <a:solidFill>
                  <a:srgbClr val="5B5B5B"/>
                </a:solidFill>
              </a:rPr>
              <a:t> Start presenting to display the poll results on this slide.</a:t>
            </a:r>
          </a:p>
        </p:txBody>
      </p:sp>
    </p:spTree>
    <p:custDataLst>
      <p:tags r:id="rId1"/>
    </p:custDataLst>
    <p:extLst>
      <p:ext uri="{BB962C8B-B14F-4D97-AF65-F5344CB8AC3E}">
        <p14:creationId xmlns:p14="http://schemas.microsoft.com/office/powerpoint/2010/main" val="33510247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F33F2F2-FE68-B97F-D963-15322F9C6EEF}"/>
              </a:ext>
            </a:extLst>
          </p:cNvPr>
          <p:cNvPicPr>
            <a:picLocks/>
          </p:cNvPicPr>
          <p:nvPr>
            <p:custDataLst>
              <p:tags r:id="rId2"/>
            </p:custDataLst>
          </p:nvPr>
        </p:nvPicPr>
        <p:blipFill>
          <a:blip r:embed="rId7"/>
          <a:stretch>
            <a:fillRect/>
          </a:stretch>
        </p:blipFill>
        <p:spPr>
          <a:xfrm>
            <a:off x="2592070" y="508000"/>
            <a:ext cx="914400" cy="382594"/>
          </a:xfrm>
          <a:prstGeom prst="rect">
            <a:avLst/>
          </a:prstGeom>
        </p:spPr>
      </p:pic>
      <p:pic>
        <p:nvPicPr>
          <p:cNvPr id="5" name="Picture 4">
            <a:extLst>
              <a:ext uri="{FF2B5EF4-FFF2-40B4-BE49-F238E27FC236}">
                <a16:creationId xmlns:a16="http://schemas.microsoft.com/office/drawing/2014/main" id="{5111A90F-08C8-DE58-A8E2-8D2DB35E8C39}"/>
              </a:ext>
            </a:extLst>
          </p:cNvPr>
          <p:cNvPicPr>
            <a:picLocks/>
          </p:cNvPicPr>
          <p:nvPr>
            <p:custDataLst>
              <p:tags r:id="rId3"/>
            </p:custDataLst>
          </p:nvPr>
        </p:nvPicPr>
        <p:blipFill>
          <a:blip r:embed="rId8"/>
          <a:stretch>
            <a:fillRect/>
          </a:stretch>
        </p:blipFill>
        <p:spPr>
          <a:xfrm>
            <a:off x="508000" y="2514600"/>
            <a:ext cx="1828800" cy="1828800"/>
          </a:xfrm>
          <a:prstGeom prst="rect">
            <a:avLst/>
          </a:prstGeom>
        </p:spPr>
      </p:pic>
      <p:sp>
        <p:nvSpPr>
          <p:cNvPr id="6" name="Rectangle 5">
            <a:extLst>
              <a:ext uri="{FF2B5EF4-FFF2-40B4-BE49-F238E27FC236}">
                <a16:creationId xmlns:a16="http://schemas.microsoft.com/office/drawing/2014/main" id="{F565482F-045E-9F9A-ABBE-DEE192A5BB70}"/>
              </a:ext>
            </a:extLst>
          </p:cNvPr>
          <p:cNvSpPr/>
          <p:nvPr>
            <p:custDataLst>
              <p:tags r:id="rId4"/>
            </p:custDataLst>
          </p:nvPr>
        </p:nvSpPr>
        <p:spPr>
          <a:xfrm>
            <a:off x="2590800" y="2571750"/>
            <a:ext cx="6045200" cy="1714500"/>
          </a:xfrm>
          <a:prstGeom prst="rect">
            <a:avLst/>
          </a:prstGeom>
          <a:noFill/>
          <a:ln w="12700" cap="flat" cmpd="sng" algn="ctr">
            <a:solidFill>
              <a:srgbClr val="FFFFFF"/>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3400" b="1">
                <a:solidFill>
                  <a:srgbClr val="5B5B5B"/>
                </a:solidFill>
              </a:rPr>
              <a:t>How have you used the CPOP in the past? What could you use it for in future?</a:t>
            </a:r>
          </a:p>
        </p:txBody>
      </p:sp>
      <p:sp>
        <p:nvSpPr>
          <p:cNvPr id="7" name="Rectangle 6">
            <a:extLst>
              <a:ext uri="{FF2B5EF4-FFF2-40B4-BE49-F238E27FC236}">
                <a16:creationId xmlns:a16="http://schemas.microsoft.com/office/drawing/2014/main" id="{C0AB0DC5-2189-3B92-9AAF-D38F68F24D67}"/>
              </a:ext>
            </a:extLst>
          </p:cNvPr>
          <p:cNvSpPr/>
          <p:nvPr>
            <p:custDataLst>
              <p:tags r:id="rId5"/>
            </p:custDataLst>
          </p:nvPr>
        </p:nvSpPr>
        <p:spPr>
          <a:xfrm>
            <a:off x="2590800" y="6096000"/>
            <a:ext cx="6299200" cy="382594"/>
          </a:xfrm>
          <a:prstGeom prst="rect">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300" b="1">
                <a:solidFill>
                  <a:srgbClr val="5B5B5B"/>
                </a:solidFill>
              </a:rPr>
              <a:t>ⓘ</a:t>
            </a:r>
            <a:r>
              <a:rPr lang="en-GB" sz="1400">
                <a:solidFill>
                  <a:srgbClr val="5B5B5B"/>
                </a:solidFill>
              </a:rPr>
              <a:t> Start presenting to display the poll results on this slide.</a:t>
            </a:r>
          </a:p>
        </p:txBody>
      </p:sp>
    </p:spTree>
    <p:custDataLst>
      <p:tags r:id="rId1"/>
    </p:custDataLst>
    <p:extLst>
      <p:ext uri="{BB962C8B-B14F-4D97-AF65-F5344CB8AC3E}">
        <p14:creationId xmlns:p14="http://schemas.microsoft.com/office/powerpoint/2010/main" val="79457110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LIDO_APP_VERSION" val="1.10.0.5209"/>
  <p:tag name="SLIDO_PRESENTATION_ID" val="00000000-0000-0000-0000-000000000000"/>
  <p:tag name="SLIDO_EVENT_UUID" val="772a74f9-85d2-4adf-9ba2-19914e6ad16e"/>
  <p:tag name="SLIDO_EVENT_SECTION_UUID" val="f29b8dd2-be11-45d9-b39a-26a4b1a00842"/>
</p:tagLst>
</file>

<file path=ppt/tags/tag2.xml><?xml version="1.0" encoding="utf-8"?>
<p:tagLst xmlns:a="http://schemas.openxmlformats.org/drawingml/2006/main" xmlns:r="http://schemas.openxmlformats.org/officeDocument/2006/relationships" xmlns:p="http://schemas.openxmlformats.org/presentationml/2006/main">
  <p:tag name="SLIDO_METADATA" val="eyJUaW1lc3RhbXAiOjE3MzIwMTQ4NzF9"/>
  <p:tag name="SLIDO_TYPE" val="SlidoPoll"/>
  <p:tag name="SLIDO_POLL_UUID" val="8cc87c2c-32cb-41db-b287-b65bb545d568"/>
  <p:tag name="SLIDO_TIMELINE" val="W3sicG9sbFF1ZXN0aW9uVXVpZCI6ImM1MWYwNTZjLTg0YWItNDJjNC1hYjM1LTA1ZDkxYWZmMGU2MCIsInNob3dSZXN1bHRzIjp0cnVlLCJzaG93Q29ycmVjdEFuc3dlcnMiOmZhbHNlLCJ2b3RpbmdMb2NrZWQiOmZhbHNlfV0="/>
</p:tagLst>
</file>

<file path=ppt/tags/tag3.xml><?xml version="1.0" encoding="utf-8"?>
<p:tagLst xmlns:a="http://schemas.openxmlformats.org/drawingml/2006/main" xmlns:r="http://schemas.openxmlformats.org/officeDocument/2006/relationships" xmlns:p="http://schemas.openxmlformats.org/presentationml/2006/main">
  <p:tag name="SLIDO_ELEMENT" val="logo"/>
</p:tagLst>
</file>

<file path=ppt/tags/tag4.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OpenText"/>
</p:tagLst>
</file>

<file path=ppt/tags/tag5.xml><?xml version="1.0" encoding="utf-8"?>
<p:tagLst xmlns:a="http://schemas.openxmlformats.org/drawingml/2006/main" xmlns:r="http://schemas.openxmlformats.org/officeDocument/2006/relationships" xmlns:p="http://schemas.openxmlformats.org/presentationml/2006/main">
  <p:tag name="SLIDO_ELEMENT" val="title"/>
</p:tagLst>
</file>

<file path=ppt/tags/tag6.xml><?xml version="1.0" encoding="utf-8"?>
<p:tagLst xmlns:a="http://schemas.openxmlformats.org/drawingml/2006/main" xmlns:r="http://schemas.openxmlformats.org/officeDocument/2006/relationships" xmlns:p="http://schemas.openxmlformats.org/presentationml/2006/main">
  <p:tag name="SLIDO_ELEMENT" val="footer"/>
</p:tagLst>
</file>

<file path=ppt/tags/tag7.xml><?xml version="1.0" encoding="utf-8"?>
<p:tagLst xmlns:a="http://schemas.openxmlformats.org/drawingml/2006/main" xmlns:r="http://schemas.openxmlformats.org/officeDocument/2006/relationships" xmlns:p="http://schemas.openxmlformats.org/presentationml/2006/main">
  <p:tag name="SLIDO_METADATA" val="eyJUaW1lc3RhbXAiOjE3MzIwMTQ4NzB9"/>
  <p:tag name="SLIDO_TYPE" val="SlidoPoll"/>
  <p:tag name="SLIDO_POLL_UUID" val="2eda47f5-a550-4515-b018-afbb11f08304"/>
  <p:tag name="SLIDO_TIMELINE" val="W3sicG9sbFF1ZXN0aW9uVXVpZCI6IjFlODdhMGNlLTVjZWQtNGI4Yy1iMTI5LTMyOGNmNjYyZjJmNCIsInNob3dSZXN1bHRzIjp0cnVlLCJzaG93Q29ycmVjdEFuc3dlcnMiOmZhbHNlLCJ2b3RpbmdMb2NrZWQiOmZhbHNlfV0="/>
</p:tagLst>
</file>

<file path=ppt/tags/tag8.xml><?xml version="1.0" encoding="utf-8"?>
<p:tagLst xmlns:a="http://schemas.openxmlformats.org/drawingml/2006/main" xmlns:r="http://schemas.openxmlformats.org/officeDocument/2006/relationships" xmlns:p="http://schemas.openxmlformats.org/presentationml/2006/main">
  <p:tag name="SLIDO_ELEMENT" val="logo"/>
</p:tagLst>
</file>

<file path=ppt/tags/tag9.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MultipleChoice"/>
</p:tagLst>
</file>

<file path=ppt/tags/tag10.xml><?xml version="1.0" encoding="utf-8"?>
<p:tagLst xmlns:a="http://schemas.openxmlformats.org/drawingml/2006/main" xmlns:r="http://schemas.openxmlformats.org/officeDocument/2006/relationships" xmlns:p="http://schemas.openxmlformats.org/presentationml/2006/main">
  <p:tag name="SLIDO_ELEMENT" val="title"/>
</p:tagLst>
</file>

<file path=ppt/tags/tag11.xml><?xml version="1.0" encoding="utf-8"?>
<p:tagLst xmlns:a="http://schemas.openxmlformats.org/drawingml/2006/main" xmlns:r="http://schemas.openxmlformats.org/officeDocument/2006/relationships" xmlns:p="http://schemas.openxmlformats.org/presentationml/2006/main">
  <p:tag name="SLIDO_ELEMENT" val="footer"/>
</p:tagLst>
</file>

<file path=ppt/tags/tag12.xml><?xml version="1.0" encoding="utf-8"?>
<p:tagLst xmlns:a="http://schemas.openxmlformats.org/drawingml/2006/main" xmlns:r="http://schemas.openxmlformats.org/officeDocument/2006/relationships" xmlns:p="http://schemas.openxmlformats.org/presentationml/2006/main">
  <p:tag name="SLIDO_METADATA" val="eyJUaW1lc3RhbXAiOjE3MzIwMTQ4NzF9"/>
  <p:tag name="SLIDO_TYPE" val="SlidoPoll"/>
  <p:tag name="SLIDO_POLL_UUID" val="3bab4dd8-714a-4f3e-acd9-f4575164e7e9"/>
  <p:tag name="SLIDO_TIMELINE" val="W3sicG9sbFF1ZXN0aW9uVXVpZCI6IjViMzJlNTZiLTIzMTMtNDczYS04MDZlLTQ3OTEzZjgxYjY5MiIsInNob3dSZXN1bHRzIjp0cnVlLCJzaG93Q29ycmVjdEFuc3dlcnMiOmZhbHNlLCJ2b3RpbmdMb2NrZWQiOmZhbHNlfV0="/>
</p:tagLst>
</file>

<file path=ppt/tags/tag13.xml><?xml version="1.0" encoding="utf-8"?>
<p:tagLst xmlns:a="http://schemas.openxmlformats.org/drawingml/2006/main" xmlns:r="http://schemas.openxmlformats.org/officeDocument/2006/relationships" xmlns:p="http://schemas.openxmlformats.org/presentationml/2006/main">
  <p:tag name="SLIDO_ELEMENT" val="logo"/>
</p:tagLst>
</file>

<file path=ppt/tags/tag14.xml><?xml version="1.0" encoding="utf-8"?>
<p:tagLst xmlns:a="http://schemas.openxmlformats.org/drawingml/2006/main" xmlns:r="http://schemas.openxmlformats.org/officeDocument/2006/relationships" xmlns:p="http://schemas.openxmlformats.org/presentationml/2006/main">
  <p:tag name="SLIDO_ELEMENT" val="interaction_image"/>
  <p:tag name="INTERACTION_TYPE" val="OpenText"/>
</p:tagLst>
</file>

<file path=ppt/tags/tag15.xml><?xml version="1.0" encoding="utf-8"?>
<p:tagLst xmlns:a="http://schemas.openxmlformats.org/drawingml/2006/main" xmlns:r="http://schemas.openxmlformats.org/officeDocument/2006/relationships" xmlns:p="http://schemas.openxmlformats.org/presentationml/2006/main">
  <p:tag name="SLIDO_ELEMENT" val="title"/>
</p:tagLst>
</file>

<file path=ppt/tags/tag16.xml><?xml version="1.0" encoding="utf-8"?>
<p:tagLst xmlns:a="http://schemas.openxmlformats.org/drawingml/2006/main" xmlns:r="http://schemas.openxmlformats.org/officeDocument/2006/relationships" xmlns:p="http://schemas.openxmlformats.org/presentationml/2006/main">
  <p:tag name="SLIDO_ELEMENT" val="footer"/>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tadata xmlns="98c8c46b-f24b-4722-b4ea-0fa6af3cff7b" xsi:nil="true"/>
    <Priority xmlns="98c8c46b-f24b-4722-b4ea-0fa6af3cff7b" xsi:nil="true"/>
    <Teams xmlns="98c8c46b-f24b-4722-b4ea-0fa6af3cff7b" xsi:nil="true"/>
    <Team xmlns="98c8c46b-f24b-4722-b4ea-0fa6af3cff7b" xsi:nil="true"/>
    <National_x0020_Outcomes xmlns="98c8c46b-f24b-4722-b4ea-0fa6af3cff7b" xsi:nil="true"/>
    <National_x0020_Outcome xmlns="98c8c46b-f24b-4722-b4ea-0fa6af3cff7b">1</National_x0020_Outcome>
    <Linktopublishedcontent xmlns="98c8c46b-f24b-4722-b4ea-0fa6af3cff7b">
      <Url xsi:nil="true"/>
      <Description xsi:nil="true"/>
    </Linktopublishedcontent>
    <TaxCatchAll xmlns="4cc6cf2a-33ea-4e42-91fe-ef3352b7f56e" xsi:nil="true"/>
    <lcf76f155ced4ddcb4097134ff3c332f xmlns="98c8c46b-f24b-4722-b4ea-0fa6af3cff7b">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4E37E5449D0C04ABB746406540A58A4" ma:contentTypeVersion="25" ma:contentTypeDescription="Create a new document." ma:contentTypeScope="" ma:versionID="b4cdf6c964861cabf856070ece7ccc39">
  <xsd:schema xmlns:xsd="http://www.w3.org/2001/XMLSchema" xmlns:xs="http://www.w3.org/2001/XMLSchema" xmlns:p="http://schemas.microsoft.com/office/2006/metadata/properties" xmlns:ns2="98c8c46b-f24b-4722-b4ea-0fa6af3cff7b" xmlns:ns3="4cc6cf2a-33ea-4e42-91fe-ef3352b7f56e" targetNamespace="http://schemas.microsoft.com/office/2006/metadata/properties" ma:root="true" ma:fieldsID="63b0d5ff2119c6785570c3554d1068e0" ns2:_="" ns3:_="">
    <xsd:import namespace="98c8c46b-f24b-4722-b4ea-0fa6af3cff7b"/>
    <xsd:import namespace="4cc6cf2a-33ea-4e42-91fe-ef3352b7f56e"/>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tadata" minOccurs="0"/>
                <xsd:element ref="ns2:National_x0020_Outcome" minOccurs="0"/>
                <xsd:element ref="ns2:National_x0020_Outcomes" minOccurs="0"/>
                <xsd:element ref="ns2:Linktopublishedcontent" minOccurs="0"/>
                <xsd:element ref="ns2:Team" minOccurs="0"/>
                <xsd:element ref="ns2:Teams" minOccurs="0"/>
                <xsd:element ref="ns2:Priority"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ServiceDateTaken" minOccurs="0"/>
                <xsd:element ref="ns2:MediaLengthInSeconds" minOccurs="0"/>
                <xsd:element ref="ns2:MediaServiceLocation"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8c8c46b-f24b-4722-b4ea-0fa6af3cff7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tadata" ma:index="12" nillable="true" ma:displayName="Summary" ma:description="Used for case study snippet" ma:format="Dropdown" ma:internalName="Metadata">
      <xsd:simpleType>
        <xsd:restriction base="dms:Note"/>
      </xsd:simpleType>
    </xsd:element>
    <xsd:element name="National_x0020_Outcome" ma:index="13" nillable="true" ma:displayName="National Outcome" ma:default="1" ma:format="Dropdown" ma:internalName="National_x0020_Outcome">
      <xsd:simpleType>
        <xsd:restriction base="dms:Choice">
          <xsd:enumeration value="1"/>
          <xsd:enumeration value="2"/>
          <xsd:enumeration value="3"/>
          <xsd:enumeration value="Enter Choice #2"/>
          <xsd:enumeration value="Enter Choice #3"/>
        </xsd:restriction>
      </xsd:simpleType>
    </xsd:element>
    <xsd:element name="National_x0020_Outcomes" ma:index="14" nillable="true" ma:displayName="National Outcomes" ma:format="Dropdown" ma:internalName="National_x0020_Outcomes">
      <xsd:complexType>
        <xsd:complexContent>
          <xsd:extension base="dms:MultiChoice">
            <xsd:sequence>
              <xsd:element name="Value" maxOccurs="unbounded" minOccurs="0" nillable="true">
                <xsd:simpleType>
                  <xsd:restriction base="dms:Choice">
                    <xsd:enumeration value="Human Rights"/>
                    <xsd:enumeration value="Culture"/>
                    <xsd:enumeration value="Environment"/>
                    <xsd:enumeration value="Health"/>
                    <xsd:enumeration value="Fair Work and Business"/>
                    <xsd:enumeration value="Education"/>
                    <xsd:enumeration value="Children"/>
                    <xsd:enumeration value="Economy"/>
                    <xsd:enumeration value="International"/>
                    <xsd:enumeration value="Poverty"/>
                    <xsd:enumeration value="Communities"/>
                  </xsd:restriction>
                </xsd:simpleType>
              </xsd:element>
            </xsd:sequence>
          </xsd:extension>
        </xsd:complexContent>
      </xsd:complexType>
    </xsd:element>
    <xsd:element name="Linktopublishedcontent" ma:index="15" nillable="true" ma:displayName="Link to published content" ma:format="Hyperlink" ma:internalName="Linktopublishedcontent">
      <xsd:complexType>
        <xsd:complexContent>
          <xsd:extension base="dms:URL">
            <xsd:sequence>
              <xsd:element name="Url" type="dms:ValidUrl" minOccurs="0" nillable="true"/>
              <xsd:element name="Description" type="xsd:string" nillable="true"/>
            </xsd:sequence>
          </xsd:extension>
        </xsd:complexContent>
      </xsd:complexType>
    </xsd:element>
    <xsd:element name="Team" ma:index="16" nillable="true" ma:displayName="Team" ma:format="Dropdown" ma:internalName="Team">
      <xsd:simpleType>
        <xsd:union memberTypes="dms:Text">
          <xsd:simpleType>
            <xsd:restriction base="dms:Choice">
              <xsd:enumeration value="Change Management"/>
              <xsd:enumeration value="Child Poverty"/>
              <xsd:enumeration value="Digital Public Services"/>
              <xsd:enumeration value="Elected Member"/>
              <xsd:enumeration value="PSIF"/>
              <xsd:enumeration value="Spatial"/>
            </xsd:restriction>
          </xsd:simpleType>
        </xsd:union>
      </xsd:simpleType>
    </xsd:element>
    <xsd:element name="Teams" ma:index="17" nillable="true" ma:displayName="Teams" ma:format="Dropdown" ma:internalName="Teams">
      <xsd:simpleType>
        <xsd:union memberTypes="dms:Text">
          <xsd:simpleType>
            <xsd:restriction base="dms:Choice">
              <xsd:enumeration value="Choice 1"/>
              <xsd:enumeration value="Choice 2"/>
              <xsd:enumeration value="Choice 3"/>
            </xsd:restriction>
          </xsd:simpleType>
        </xsd:union>
      </xsd:simpleType>
    </xsd:element>
    <xsd:element name="Priority" ma:index="18" nillable="true" ma:displayName="Priority" ma:description="Priority given to the development of the case study" ma:format="Dropdown" ma:internalName="Priority">
      <xsd:simpleType>
        <xsd:restriction base="dms:Choice">
          <xsd:enumeration value="P1 - top - proceed"/>
          <xsd:enumeration value="P1 - top - other format required"/>
          <xsd:enumeration value="P2 - proceed"/>
          <xsd:enumeration value="P2 - proceed - other format required"/>
          <xsd:enumeration value="P3 - lowest priority"/>
          <xsd:enumeration value="-- unassigned --"/>
        </xsd:restriction>
      </xsd:simpleType>
    </xsd:element>
    <xsd:element name="MediaServiceAutoTags" ma:index="19" nillable="true" ma:displayName="Tags" ma:internalName="MediaServiceAutoTags"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AutoKeyPoints" ma:index="23" nillable="true" ma:displayName="MediaServiceAutoKeyPoints" ma:hidden="true" ma:internalName="MediaServiceAutoKeyPoints" ma:readOnly="true">
      <xsd:simpleType>
        <xsd:restriction base="dms:Note"/>
      </xsd:simpleType>
    </xsd:element>
    <xsd:element name="MediaServiceKeyPoints" ma:index="24" nillable="true" ma:displayName="KeyPoints" ma:internalName="MediaServiceKeyPoints" ma:readOnly="true">
      <xsd:simpleType>
        <xsd:restriction base="dms:Note">
          <xsd:maxLength value="255"/>
        </xsd:restriction>
      </xsd:simpleType>
    </xsd:element>
    <xsd:element name="MediaServiceDateTaken" ma:index="25" nillable="true" ma:displayName="MediaServiceDateTaken" ma:hidden="true" ma:internalName="MediaServiceDateTaken" ma:readOnly="true">
      <xsd:simpleType>
        <xsd:restriction base="dms:Text"/>
      </xsd:simpleType>
    </xsd:element>
    <xsd:element name="MediaLengthInSeconds" ma:index="26" nillable="true" ma:displayName="MediaLengthInSeconds" ma:hidden="true" ma:internalName="MediaLengthInSeconds" ma:readOnly="true">
      <xsd:simpleType>
        <xsd:restriction base="dms:Unknown"/>
      </xsd:simpleType>
    </xsd:element>
    <xsd:element name="MediaServiceLocation" ma:index="27" nillable="true" ma:displayName="Location" ma:internalName="MediaServiceLocation" ma:readOnly="true">
      <xsd:simpleType>
        <xsd:restriction base="dms:Text"/>
      </xsd:simpleType>
    </xsd:element>
    <xsd:element name="lcf76f155ced4ddcb4097134ff3c332f" ma:index="29" nillable="true" ma:taxonomy="true" ma:internalName="lcf76f155ced4ddcb4097134ff3c332f" ma:taxonomyFieldName="MediaServiceImageTags" ma:displayName="Image Tags" ma:readOnly="false" ma:fieldId="{5cf76f15-5ced-4ddc-b409-7134ff3c332f}" ma:taxonomyMulti="true" ma:sspId="c68f511a-55f6-4a17-bf66-50620cb4ac58"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31" nillable="true" ma:displayName="MediaServiceObjectDetectorVersions" ma:hidden="true" ma:indexed="true" ma:internalName="MediaServiceObjectDetectorVersions" ma:readOnly="true">
      <xsd:simpleType>
        <xsd:restriction base="dms:Text"/>
      </xsd:simpleType>
    </xsd:element>
    <xsd:element name="MediaServiceSearchProperties" ma:index="3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cc6cf2a-33ea-4e42-91fe-ef3352b7f56e"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30" nillable="true" ma:displayName="Taxonomy Catch All Column" ma:hidden="true" ma:list="{f3e95c23-d1e6-4050-b4a8-728a06be7ffb}" ma:internalName="TaxCatchAll" ma:showField="CatchAllData" ma:web="4cc6cf2a-33ea-4e42-91fe-ef3352b7f56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C907E2B-87F6-4C11-9D0E-2A8604A0B3DC}">
  <ds:schemaRefs>
    <ds:schemaRef ds:uri="http://schemas.microsoft.com/sharepoint/v3/contenttype/forms"/>
  </ds:schemaRefs>
</ds:datastoreItem>
</file>

<file path=customXml/itemProps2.xml><?xml version="1.0" encoding="utf-8"?>
<ds:datastoreItem xmlns:ds="http://schemas.openxmlformats.org/officeDocument/2006/customXml" ds:itemID="{1CEDE791-7C49-42B8-8F34-BE8B8CCB5FE9}">
  <ds:schemaRefs>
    <ds:schemaRef ds:uri="98c8c46b-f24b-4722-b4ea-0fa6af3cff7b"/>
    <ds:schemaRef ds:uri="http://purl.org/dc/dcmitype/"/>
    <ds:schemaRef ds:uri="http://purl.org/dc/elements/1.1/"/>
    <ds:schemaRef ds:uri="4cc6cf2a-33ea-4e42-91fe-ef3352b7f56e"/>
    <ds:schemaRef ds:uri="http://purl.org/dc/terms/"/>
    <ds:schemaRef ds:uri="http://schemas.microsoft.com/office/infopath/2007/PartnerControls"/>
    <ds:schemaRef ds:uri="http://schemas.microsoft.com/office/2006/metadata/properties"/>
    <ds:schemaRef ds:uri="http://schemas.microsoft.com/office/2006/documentManagement/type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49CF36BB-FDA7-408A-AF58-F97AC07A9C4A}">
  <ds:schemaRefs>
    <ds:schemaRef ds:uri="4cc6cf2a-33ea-4e42-91fe-ef3352b7f56e"/>
    <ds:schemaRef ds:uri="98c8c46b-f24b-4722-b4ea-0fa6af3cff7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0</TotalTime>
  <Words>2703</Words>
  <Application>Microsoft Office PowerPoint</Application>
  <PresentationFormat>On-screen Show (4:3)</PresentationFormat>
  <Paragraphs>198</Paragraphs>
  <Slides>26</Slides>
  <Notes>23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Calibri</vt:lpstr>
      <vt:lpstr>Calibri Light</vt:lpstr>
      <vt:lpstr>Helvetica</vt:lpstr>
      <vt:lpstr>proxima-nova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Louise Jenkins</dc:creator>
  <cp:lastModifiedBy>Cara Connachan</cp:lastModifiedBy>
  <cp:revision>1</cp:revision>
  <dcterms:created xsi:type="dcterms:W3CDTF">2020-06-23T14:07:25Z</dcterms:created>
  <dcterms:modified xsi:type="dcterms:W3CDTF">2024-11-25T11:30:58Z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0x010100C4E37E5449D0C04ABB746406540A58A4</vt:lpwstr>
  </property>
  <property fmtid="{D5CDD505-2E9C-101B-9397-08002B2CF9AE}" pid="3" name="MediaServiceImageTags">
    <vt:lpwstr/>
  </property>
  <property fmtid="{D5CDD505-2E9C-101B-9397-08002B2CF9AE}" pid="4" name="SlidoAppVersion">
    <vt:lpwstr>1.10.0.5209</vt:lpwstr>
  </property>
</Properties>
</file>